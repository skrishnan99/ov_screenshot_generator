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21_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21_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21_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805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Training Stats 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{{ model_type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676275" y="1090750"/>
            <a:ext cx="68160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{{ training_stats }}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