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Proxima Nova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roximaNova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roximaNova-regular.fntdata"/><Relationship Id="rId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dd3ca07917_0_7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dd3ca07917_0_7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r>
              <a:t/>
            </a:r>
            <a:endParaRPr sz="900"/>
          </a:p>
        </p:txBody>
      </p:sp>
      <p:sp>
        <p:nvSpPr>
          <p:cNvPr id="55" name="Google Shape;55;g3dd3ca07917_0_7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556784" y="4749851"/>
            <a:ext cx="5487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333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/>
          <p:nvPr/>
        </p:nvSpPr>
        <p:spPr>
          <a:xfrm>
            <a:off x="676275" y="381000"/>
            <a:ext cx="8059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Step 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{{ step_no }}</a:t>
            </a:r>
            <a:r>
              <a:rPr b="1" i="0" lang="en" sz="3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: Check classification dataset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58950" y="223000"/>
            <a:ext cx="3564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25" lIns="83825" spcFirstLastPara="1" rIns="83825" wrap="square" tIns="838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{{ setup_screenshot }}" id="60" name="Google Shape;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984459"/>
            <a:ext cx="7165869" cy="4119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