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0" r:id="rId4"/>
    <p:sldMasterId id="2147483681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Montserrat SemiBold"/>
      <p:regular r:id="rId8"/>
      <p:bold r:id="rId9"/>
      <p:italic r:id="rId10"/>
      <p:boldItalic r:id="rId11"/>
    </p:embeddedFont>
    <p:embeddedFont>
      <p:font typeface="Proxima Nova"/>
      <p:regular r:id="rId12"/>
      <p:bold r:id="rId13"/>
      <p:italic r:id="rId14"/>
      <p:boldItalic r:id="rId15"/>
    </p:embeddedFont>
    <p:embeddedFont>
      <p:font typeface="Montserrat"/>
      <p:regular r:id="rId16"/>
      <p:bold r:id="rId17"/>
      <p:italic r:id="rId18"/>
      <p:boldItalic r:id="rId19"/>
    </p:embeddedFont>
    <p:embeddedFont>
      <p:font typeface="Montserrat Medium"/>
      <p:regular r:id="rId20"/>
      <p:bold r:id="rId21"/>
      <p:italic r:id="rId22"/>
      <p:boldItalic r:id="rId23"/>
    </p:embeddedFont>
    <p:embeddedFont>
      <p:font typeface="Work Sans"/>
      <p:regular r:id="rId24"/>
      <p:bold r:id="rId25"/>
      <p:italic r:id="rId26"/>
      <p:boldItalic r:id="rId27"/>
    </p:embeddedFont>
    <p:embeddedFont>
      <p:font typeface="Host Grotesk SemiBold"/>
      <p:regular r:id="rId28"/>
      <p:bold r:id="rId29"/>
      <p:italic r:id="rId30"/>
      <p:boldItalic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regular.fntdata"/><Relationship Id="rId22" Type="http://schemas.openxmlformats.org/officeDocument/2006/relationships/font" Target="fonts/MontserratMedium-italic.fntdata"/><Relationship Id="rId21" Type="http://schemas.openxmlformats.org/officeDocument/2006/relationships/font" Target="fonts/MontserratMedium-bold.fntdata"/><Relationship Id="rId24" Type="http://schemas.openxmlformats.org/officeDocument/2006/relationships/font" Target="fonts/WorkSans-regular.fntdata"/><Relationship Id="rId23" Type="http://schemas.openxmlformats.org/officeDocument/2006/relationships/font" Target="fonts/Montserrat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MontserratSemiBold-bold.fntdata"/><Relationship Id="rId26" Type="http://schemas.openxmlformats.org/officeDocument/2006/relationships/font" Target="fonts/WorkSans-italic.fntdata"/><Relationship Id="rId25" Type="http://schemas.openxmlformats.org/officeDocument/2006/relationships/font" Target="fonts/WorkSans-bold.fntdata"/><Relationship Id="rId28" Type="http://schemas.openxmlformats.org/officeDocument/2006/relationships/font" Target="fonts/HostGroteskSemiBold-regular.fntdata"/><Relationship Id="rId27" Type="http://schemas.openxmlformats.org/officeDocument/2006/relationships/font" Target="fonts/WorkSans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ostGroteskSemiBold-bold.fntdata"/><Relationship Id="rId7" Type="http://schemas.openxmlformats.org/officeDocument/2006/relationships/slide" Target="slides/slide1.xml"/><Relationship Id="rId8" Type="http://schemas.openxmlformats.org/officeDocument/2006/relationships/font" Target="fonts/MontserratSemiBold-regular.fntdata"/><Relationship Id="rId31" Type="http://schemas.openxmlformats.org/officeDocument/2006/relationships/font" Target="fonts/HostGroteskSemiBold-boldItalic.fntdata"/><Relationship Id="rId30" Type="http://schemas.openxmlformats.org/officeDocument/2006/relationships/font" Target="fonts/HostGroteskSemiBold-italic.fntdata"/><Relationship Id="rId11" Type="http://schemas.openxmlformats.org/officeDocument/2006/relationships/font" Target="fonts/MontserratSemiBold-boldItalic.fntdata"/><Relationship Id="rId10" Type="http://schemas.openxmlformats.org/officeDocument/2006/relationships/font" Target="fonts/MontserratSemiBold-italic.fntdata"/><Relationship Id="rId13" Type="http://schemas.openxmlformats.org/officeDocument/2006/relationships/font" Target="fonts/ProximaNova-bold.fntdata"/><Relationship Id="rId12" Type="http://schemas.openxmlformats.org/officeDocument/2006/relationships/font" Target="fonts/ProximaNova-regular.fntdata"/><Relationship Id="rId15" Type="http://schemas.openxmlformats.org/officeDocument/2006/relationships/font" Target="fonts/ProximaNova-boldItalic.fntdata"/><Relationship Id="rId14" Type="http://schemas.openxmlformats.org/officeDocument/2006/relationships/font" Target="fonts/ProximaNova-italic.fntdata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19" Type="http://schemas.openxmlformats.org/officeDocument/2006/relationships/font" Target="fonts/Montserrat-boldItalic.fntdata"/><Relationship Id="rId18" Type="http://schemas.openxmlformats.org/officeDocument/2006/relationships/font" Target="fonts/Montserrat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f5d4367d8d_0_76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f5d4367d8d_0_7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14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7" name="Google Shape;57;p14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59" name="Google Shape;59;p14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 type="tx">
  <p:cSld name="TITLE_AND_BODY">
    <p:bg>
      <p:bgPr>
        <a:solidFill>
          <a:srgbClr val="49369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6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6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800"/>
              <a:buFont typeface="Montserrat"/>
              <a:buNone/>
              <a:defRPr b="1" sz="8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69" name="Google Shape;69;p16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6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3" name="Google Shape;73;p16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" name="Google Shape;74;p16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" name="Google Shape;75;p16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" name="Google Shape;76;p16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" name="Google Shape;77;p16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" name="Google Shape;78;p16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79" name="Google Shape;79;p16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80" name="Google Shape;80;p16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1" name="Google Shape;81;p16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" name="Google Shape;82;p16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3" name="Google Shape;83;p16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" name="Google Shape;84;p16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" name="Google Shape;85;p16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6" name="Google Shape;86;p16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7" name="Google Shape;87;p16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8" name="Google Shape;88;p16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" name="Google Shape;89;p16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">
  <p:cSld name="CUSTOM_21_1_1_1">
    <p:bg>
      <p:bgPr>
        <a:solidFill>
          <a:schemeClr val="accent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">
  <p:cSld name="BLANK_1_1_1">
    <p:bg>
      <p:bgPr>
        <a:solidFill>
          <a:srgbClr val="49369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/>
          <p:nvPr/>
        </p:nvSpPr>
        <p:spPr>
          <a:xfrm>
            <a:off x="281924" y="276249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8"/>
          <p:cNvSpPr txBox="1"/>
          <p:nvPr>
            <p:ph type="title"/>
          </p:nvPr>
        </p:nvSpPr>
        <p:spPr>
          <a:xfrm>
            <a:off x="2598474" y="3493075"/>
            <a:ext cx="5985300" cy="99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  <a:defRPr sz="4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98" name="Google Shape;98;p18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4">
  <p:cSld name="CUSTOM_24">
    <p:bg>
      <p:bgPr>
        <a:solidFill>
          <a:schemeClr val="accent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417936" y="2663234"/>
            <a:ext cx="1337400" cy="390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Font typeface="Montserrat SemiBold"/>
              <a:buNone/>
              <a:defRPr>
                <a:solidFill>
                  <a:srgbClr val="49369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1" name="Google Shape;101;p19"/>
          <p:cNvSpPr txBox="1"/>
          <p:nvPr>
            <p:ph idx="2" type="body"/>
          </p:nvPr>
        </p:nvSpPr>
        <p:spPr>
          <a:xfrm>
            <a:off x="41781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19"/>
          <p:cNvSpPr txBox="1"/>
          <p:nvPr>
            <p:ph idx="3" type="body"/>
          </p:nvPr>
        </p:nvSpPr>
        <p:spPr>
          <a:xfrm>
            <a:off x="2167325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3" name="Google Shape;103;p19"/>
          <p:cNvSpPr txBox="1"/>
          <p:nvPr>
            <p:ph idx="4" type="body"/>
          </p:nvPr>
        </p:nvSpPr>
        <p:spPr>
          <a:xfrm>
            <a:off x="3903300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9"/>
          <p:cNvSpPr txBox="1"/>
          <p:nvPr>
            <p:ph idx="5" type="body"/>
          </p:nvPr>
        </p:nvSpPr>
        <p:spPr>
          <a:xfrm>
            <a:off x="5648624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5" name="Google Shape;105;p19"/>
          <p:cNvSpPr txBox="1"/>
          <p:nvPr>
            <p:ph idx="6" type="body"/>
          </p:nvPr>
        </p:nvSpPr>
        <p:spPr>
          <a:xfrm>
            <a:off x="7385291" y="3187835"/>
            <a:ext cx="1337400" cy="11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6" name="Google Shape;106;p19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2.pngGoogle Shape;37;p4" id="107" name="Google Shape;107;p19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9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5">
  <p:cSld name="CUSTOM_25">
    <p:bg>
      <p:bgPr>
        <a:solidFill>
          <a:srgbClr val="49369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284850" y="1412325"/>
            <a:ext cx="3919200" cy="225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11" name="Google Shape;111;p20"/>
          <p:cNvSpPr/>
          <p:nvPr/>
        </p:nvSpPr>
        <p:spPr>
          <a:xfrm>
            <a:off x="4581850" y="0"/>
            <a:ext cx="4562100" cy="5143500"/>
          </a:xfrm>
          <a:prstGeom prst="rect">
            <a:avLst/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198662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20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2400"/>
              <a:buFont typeface="Montserrat"/>
              <a:buNone/>
              <a:defRPr b="1" sz="2400"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13" name="Google Shape;113;p20"/>
          <p:cNvCxnSpPr/>
          <p:nvPr/>
        </p:nvCxnSpPr>
        <p:spPr>
          <a:xfrm rot="10800000">
            <a:off x="4585536" y="132770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4" name="Google Shape;114;p20"/>
          <p:cNvCxnSpPr/>
          <p:nvPr/>
        </p:nvCxnSpPr>
        <p:spPr>
          <a:xfrm rot="10800000">
            <a:off x="4585536" y="181471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" name="Google Shape;115;p20"/>
          <p:cNvCxnSpPr/>
          <p:nvPr/>
        </p:nvCxnSpPr>
        <p:spPr>
          <a:xfrm rot="10800000">
            <a:off x="4585536" y="2301779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" name="Google Shape;116;p20"/>
          <p:cNvCxnSpPr/>
          <p:nvPr/>
        </p:nvCxnSpPr>
        <p:spPr>
          <a:xfrm rot="10800000">
            <a:off x="4585536" y="278884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20"/>
          <p:cNvCxnSpPr/>
          <p:nvPr/>
        </p:nvCxnSpPr>
        <p:spPr>
          <a:xfrm rot="10800000">
            <a:off x="4585536" y="3275907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" name="Google Shape;118;p20"/>
          <p:cNvCxnSpPr/>
          <p:nvPr/>
        </p:nvCxnSpPr>
        <p:spPr>
          <a:xfrm rot="10800000">
            <a:off x="4585536" y="3762918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" name="Google Shape;119;p20"/>
          <p:cNvCxnSpPr/>
          <p:nvPr/>
        </p:nvCxnSpPr>
        <p:spPr>
          <a:xfrm rot="10800000">
            <a:off x="4585536" y="4249984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0" name="Google Shape;120;p20"/>
          <p:cNvCxnSpPr/>
          <p:nvPr/>
        </p:nvCxnSpPr>
        <p:spPr>
          <a:xfrm rot="10800000">
            <a:off x="4585536" y="47369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" name="Google Shape;121;p20"/>
          <p:cNvCxnSpPr/>
          <p:nvPr/>
        </p:nvCxnSpPr>
        <p:spPr>
          <a:xfrm rot="10800000">
            <a:off x="4585536" y="353571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20"/>
          <p:cNvCxnSpPr/>
          <p:nvPr/>
        </p:nvCxnSpPr>
        <p:spPr>
          <a:xfrm rot="10800000">
            <a:off x="4585536" y="840636"/>
            <a:ext cx="45621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3" name="Google Shape;123;p20"/>
          <p:cNvGrpSpPr/>
          <p:nvPr/>
        </p:nvGrpSpPr>
        <p:grpSpPr>
          <a:xfrm>
            <a:off x="4586629" y="-102"/>
            <a:ext cx="4337475" cy="5143500"/>
            <a:chOff x="1" y="0"/>
            <a:chExt cx="4337475" cy="5143500"/>
          </a:xfrm>
        </p:grpSpPr>
        <p:cxnSp>
          <p:nvCxnSpPr>
            <p:cNvPr id="124" name="Google Shape;124;p20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5" name="Google Shape;125;p20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6" name="Google Shape;126;p20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7" name="Google Shape;127;p20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" name="Google Shape;128;p20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" name="Google Shape;129;p20"/>
            <p:cNvCxnSpPr/>
            <p:nvPr/>
          </p:nvCxnSpPr>
          <p:spPr>
            <a:xfrm>
              <a:off x="240957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0" name="Google Shape;130;p20"/>
            <p:cNvCxnSpPr/>
            <p:nvPr/>
          </p:nvCxnSpPr>
          <p:spPr>
            <a:xfrm>
              <a:off x="289156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1" name="Google Shape;131;p20"/>
            <p:cNvCxnSpPr/>
            <p:nvPr/>
          </p:nvCxnSpPr>
          <p:spPr>
            <a:xfrm>
              <a:off x="337348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2" name="Google Shape;132;p20"/>
            <p:cNvCxnSpPr/>
            <p:nvPr/>
          </p:nvCxnSpPr>
          <p:spPr>
            <a:xfrm>
              <a:off x="3855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3" name="Google Shape;133;p20"/>
            <p:cNvCxnSpPr/>
            <p:nvPr/>
          </p:nvCxnSpPr>
          <p:spPr>
            <a:xfrm>
              <a:off x="4337476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4" name="Google Shape;134;p20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3" type="title">
  <p:cSld name="TITLE">
    <p:bg>
      <p:bgPr>
        <a:solidFill>
          <a:srgbClr val="49369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1"/>
          <p:cNvSpPr/>
          <p:nvPr/>
        </p:nvSpPr>
        <p:spPr>
          <a:xfrm rot="10800000">
            <a:off x="281925" y="276250"/>
            <a:ext cx="8589000" cy="4599000"/>
          </a:xfrm>
          <a:prstGeom prst="roundRect">
            <a:avLst>
              <a:gd fmla="val 2502" name="adj"/>
            </a:avLst>
          </a:prstGeom>
          <a:gradFill>
            <a:gsLst>
              <a:gs pos="0">
                <a:srgbClr val="241465"/>
              </a:gs>
              <a:gs pos="100000">
                <a:srgbClr val="493691"/>
              </a:gs>
            </a:gsLst>
            <a:lin ang="16200038" scaled="0"/>
          </a:gra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21"/>
          <p:cNvSpPr txBox="1"/>
          <p:nvPr>
            <p:ph idx="1" type="body"/>
          </p:nvPr>
        </p:nvSpPr>
        <p:spPr>
          <a:xfrm>
            <a:off x="821003" y="3923105"/>
            <a:ext cx="58593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286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286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286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286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Montserrat Medium"/>
              <a:buNone/>
              <a:defRPr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cxnSp>
        <p:nvCxnSpPr>
          <p:cNvPr id="138" name="Google Shape;138;p21"/>
          <p:cNvCxnSpPr/>
          <p:nvPr/>
        </p:nvCxnSpPr>
        <p:spPr>
          <a:xfrm>
            <a:off x="550875" y="792575"/>
            <a:ext cx="80529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" name="Google Shape;139;p21"/>
          <p:cNvCxnSpPr/>
          <p:nvPr/>
        </p:nvCxnSpPr>
        <p:spPr>
          <a:xfrm>
            <a:off x="550875" y="4521775"/>
            <a:ext cx="8045100" cy="0"/>
          </a:xfrm>
          <a:prstGeom prst="straightConnector1">
            <a:avLst/>
          </a:prstGeom>
          <a:noFill/>
          <a:ln cap="flat" cmpd="sng" w="952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" name="Google Shape;140;p21"/>
          <p:cNvSpPr txBox="1"/>
          <p:nvPr>
            <p:ph type="title"/>
          </p:nvPr>
        </p:nvSpPr>
        <p:spPr>
          <a:xfrm>
            <a:off x="795524" y="2244455"/>
            <a:ext cx="6121800" cy="1410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6;p2" id="141" name="Google Shape;141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550874" y="466645"/>
            <a:ext cx="1112102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">
  <p:cSld name="CUSTOM_21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2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45" name="Google Shape;145;p22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42;p5" id="146" name="Google Shape;146;p22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2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">
  <p:cSld name="BLANK_1_1_1_1_1_1">
    <p:bg>
      <p:bgPr>
        <a:solidFill>
          <a:srgbClr val="49369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9" name="Google Shape;149;p23"/>
          <p:cNvCxnSpPr/>
          <p:nvPr/>
        </p:nvCxnSpPr>
        <p:spPr>
          <a:xfrm rot="10800000">
            <a:off x="-18925" y="3535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0" name="Google Shape;150;p23"/>
          <p:cNvCxnSpPr/>
          <p:nvPr/>
        </p:nvCxnSpPr>
        <p:spPr>
          <a:xfrm rot="10800000">
            <a:off x="-18925" y="840643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" name="Google Shape;151;p23"/>
          <p:cNvCxnSpPr/>
          <p:nvPr/>
        </p:nvCxnSpPr>
        <p:spPr>
          <a:xfrm rot="10800000">
            <a:off x="-18925" y="13277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23"/>
          <p:cNvCxnSpPr/>
          <p:nvPr/>
        </p:nvCxnSpPr>
        <p:spPr>
          <a:xfrm rot="10800000">
            <a:off x="-18925" y="1814717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3" name="Google Shape;153;p23"/>
          <p:cNvCxnSpPr/>
          <p:nvPr/>
        </p:nvCxnSpPr>
        <p:spPr>
          <a:xfrm rot="10800000">
            <a:off x="-18925" y="230178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54" name="Google Shape;154;p23"/>
          <p:cNvGrpSpPr/>
          <p:nvPr/>
        </p:nvGrpSpPr>
        <p:grpSpPr>
          <a:xfrm>
            <a:off x="-3524" y="-102"/>
            <a:ext cx="9156703" cy="5143500"/>
            <a:chOff x="1" y="0"/>
            <a:chExt cx="9156703" cy="5143500"/>
          </a:xfrm>
        </p:grpSpPr>
        <p:cxnSp>
          <p:nvCxnSpPr>
            <p:cNvPr id="155" name="Google Shape;155;p23"/>
            <p:cNvCxnSpPr/>
            <p:nvPr/>
          </p:nvCxnSpPr>
          <p:spPr>
            <a:xfrm>
              <a:off x="48191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6" name="Google Shape;156;p23"/>
            <p:cNvCxnSpPr/>
            <p:nvPr/>
          </p:nvCxnSpPr>
          <p:spPr>
            <a:xfrm>
              <a:off x="963830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3"/>
            <p:cNvCxnSpPr/>
            <p:nvPr/>
          </p:nvCxnSpPr>
          <p:spPr>
            <a:xfrm>
              <a:off x="144574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3"/>
            <p:cNvCxnSpPr/>
            <p:nvPr/>
          </p:nvCxnSpPr>
          <p:spPr>
            <a:xfrm>
              <a:off x="192765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3"/>
            <p:cNvCxnSpPr/>
            <p:nvPr/>
          </p:nvCxnSpPr>
          <p:spPr>
            <a:xfrm>
              <a:off x="2409575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3"/>
            <p:cNvCxnSpPr/>
            <p:nvPr/>
          </p:nvCxnSpPr>
          <p:spPr>
            <a:xfrm>
              <a:off x="289148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3"/>
            <p:cNvCxnSpPr/>
            <p:nvPr/>
          </p:nvCxnSpPr>
          <p:spPr>
            <a:xfrm>
              <a:off x="1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3"/>
            <p:cNvCxnSpPr/>
            <p:nvPr/>
          </p:nvCxnSpPr>
          <p:spPr>
            <a:xfrm>
              <a:off x="3373404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>
              <a:off x="3855319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3"/>
            <p:cNvCxnSpPr/>
            <p:nvPr/>
          </p:nvCxnSpPr>
          <p:spPr>
            <a:xfrm>
              <a:off x="433723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3"/>
            <p:cNvCxnSpPr/>
            <p:nvPr/>
          </p:nvCxnSpPr>
          <p:spPr>
            <a:xfrm>
              <a:off x="481914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3"/>
            <p:cNvCxnSpPr/>
            <p:nvPr/>
          </p:nvCxnSpPr>
          <p:spPr>
            <a:xfrm>
              <a:off x="5301063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3"/>
            <p:cNvCxnSpPr/>
            <p:nvPr/>
          </p:nvCxnSpPr>
          <p:spPr>
            <a:xfrm>
              <a:off x="5782978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23"/>
            <p:cNvCxnSpPr/>
            <p:nvPr/>
          </p:nvCxnSpPr>
          <p:spPr>
            <a:xfrm>
              <a:off x="626489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3"/>
            <p:cNvCxnSpPr/>
            <p:nvPr/>
          </p:nvCxnSpPr>
          <p:spPr>
            <a:xfrm>
              <a:off x="674680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23"/>
            <p:cNvCxnSpPr/>
            <p:nvPr/>
          </p:nvCxnSpPr>
          <p:spPr>
            <a:xfrm>
              <a:off x="722880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23"/>
            <p:cNvCxnSpPr/>
            <p:nvPr/>
          </p:nvCxnSpPr>
          <p:spPr>
            <a:xfrm>
              <a:off x="7710717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23"/>
            <p:cNvCxnSpPr/>
            <p:nvPr/>
          </p:nvCxnSpPr>
          <p:spPr>
            <a:xfrm>
              <a:off x="8192722" y="0"/>
              <a:ext cx="0" cy="51435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173" name="Google Shape;173;p23"/>
            <p:cNvGrpSpPr/>
            <p:nvPr/>
          </p:nvGrpSpPr>
          <p:grpSpPr>
            <a:xfrm>
              <a:off x="8674709" y="0"/>
              <a:ext cx="481995" cy="5143500"/>
              <a:chOff x="1" y="0"/>
              <a:chExt cx="481995" cy="5143500"/>
            </a:xfrm>
          </p:grpSpPr>
          <p:cxnSp>
            <p:nvCxnSpPr>
              <p:cNvPr id="174" name="Google Shape;174;p23"/>
              <p:cNvCxnSpPr/>
              <p:nvPr/>
            </p:nvCxnSpPr>
            <p:spPr>
              <a:xfrm>
                <a:off x="1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23"/>
              <p:cNvCxnSpPr/>
              <p:nvPr/>
            </p:nvCxnSpPr>
            <p:spPr>
              <a:xfrm>
                <a:off x="481996" y="0"/>
                <a:ext cx="0" cy="51435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</p:grpSp>
      <p:cxnSp>
        <p:nvCxnSpPr>
          <p:cNvPr id="176" name="Google Shape;176;p23"/>
          <p:cNvCxnSpPr/>
          <p:nvPr/>
        </p:nvCxnSpPr>
        <p:spPr>
          <a:xfrm rot="10800000">
            <a:off x="-18925" y="2788841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23"/>
          <p:cNvCxnSpPr/>
          <p:nvPr/>
        </p:nvCxnSpPr>
        <p:spPr>
          <a:xfrm rot="10800000">
            <a:off x="-18925" y="3275906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23"/>
          <p:cNvCxnSpPr/>
          <p:nvPr/>
        </p:nvCxnSpPr>
        <p:spPr>
          <a:xfrm rot="10800000">
            <a:off x="-18925" y="3762915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" name="Google Shape;179;p23"/>
          <p:cNvCxnSpPr/>
          <p:nvPr/>
        </p:nvCxnSpPr>
        <p:spPr>
          <a:xfrm rot="10800000">
            <a:off x="-18925" y="4249979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0" name="Google Shape;180;p23"/>
          <p:cNvCxnSpPr/>
          <p:nvPr/>
        </p:nvCxnSpPr>
        <p:spPr>
          <a:xfrm rot="10800000">
            <a:off x="-18925" y="4736964"/>
            <a:ext cx="91566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23"/>
          <p:cNvSpPr txBox="1"/>
          <p:nvPr>
            <p:ph type="title"/>
          </p:nvPr>
        </p:nvSpPr>
        <p:spPr>
          <a:xfrm>
            <a:off x="1437725" y="1326450"/>
            <a:ext cx="6258900" cy="1948200"/>
          </a:xfrm>
          <a:prstGeom prst="rect">
            <a:avLst/>
          </a:prstGeom>
          <a:solidFill>
            <a:srgbClr val="49369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00" lIns="91400" spcFirstLastPara="1" rIns="91400" wrap="square" tIns="914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Montserrat SemiBold"/>
              <a:buNone/>
              <a:defRPr sz="35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82" name="Google Shape;182;p23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_1_1_1_1_1_1_1_1_1_1_1">
  <p:cSld name="BLANK_1_1_1_1_1_1_1_1_1_1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idx="1" type="body"/>
          </p:nvPr>
        </p:nvSpPr>
        <p:spPr>
          <a:xfrm>
            <a:off x="4539824" y="1730491"/>
            <a:ext cx="4325700" cy="45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Montserrat"/>
              <a:buNone/>
              <a:defRPr sz="20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5" name="Google Shape;185;p24"/>
          <p:cNvSpPr txBox="1"/>
          <p:nvPr>
            <p:ph type="title"/>
          </p:nvPr>
        </p:nvSpPr>
        <p:spPr>
          <a:xfrm>
            <a:off x="277499" y="1059675"/>
            <a:ext cx="4294500" cy="280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Montserrat SemiBold"/>
              <a:buNone/>
              <a:defRPr sz="5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15;p9" id="186" name="Google Shape;186;p24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4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1">
  <p:cSld name="CUSTOM_11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5"/>
          <p:cNvSpPr/>
          <p:nvPr>
            <p:ph idx="2" type="pic"/>
          </p:nvPr>
        </p:nvSpPr>
        <p:spPr>
          <a:xfrm>
            <a:off x="277499" y="734599"/>
            <a:ext cx="1383900" cy="1660200"/>
          </a:xfrm>
          <a:prstGeom prst="rect">
            <a:avLst/>
          </a:prstGeom>
          <a:noFill/>
          <a:ln>
            <a:noFill/>
          </a:ln>
        </p:spPr>
      </p:sp>
      <p:sp>
        <p:nvSpPr>
          <p:cNvPr id="190" name="Google Shape;190;p25"/>
          <p:cNvSpPr/>
          <p:nvPr>
            <p:ph idx="3" type="pic"/>
          </p:nvPr>
        </p:nvSpPr>
        <p:spPr>
          <a:xfrm>
            <a:off x="277499" y="2521174"/>
            <a:ext cx="1383900" cy="1879200"/>
          </a:xfrm>
          <a:prstGeom prst="rect">
            <a:avLst/>
          </a:prstGeom>
          <a:noFill/>
          <a:ln>
            <a:noFill/>
          </a:ln>
        </p:spPr>
      </p:sp>
      <p:sp>
        <p:nvSpPr>
          <p:cNvPr id="191" name="Google Shape;191;p25"/>
          <p:cNvSpPr/>
          <p:nvPr>
            <p:ph idx="4" type="pic"/>
          </p:nvPr>
        </p:nvSpPr>
        <p:spPr>
          <a:xfrm>
            <a:off x="1867633" y="850900"/>
            <a:ext cx="2589300" cy="3433200"/>
          </a:xfrm>
          <a:prstGeom prst="rect">
            <a:avLst/>
          </a:prstGeom>
          <a:noFill/>
          <a:ln>
            <a:noFill/>
          </a:ln>
        </p:spPr>
      </p:sp>
      <p:sp>
        <p:nvSpPr>
          <p:cNvPr id="192" name="Google Shape;192;p25"/>
          <p:cNvSpPr txBox="1"/>
          <p:nvPr>
            <p:ph type="title"/>
          </p:nvPr>
        </p:nvSpPr>
        <p:spPr>
          <a:xfrm>
            <a:off x="5778174" y="1800749"/>
            <a:ext cx="2820600" cy="1023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Montserrat"/>
              <a:buNone/>
              <a:defRPr b="1" sz="1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3" name="Google Shape;193;p25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25;p10" id="194" name="Google Shape;194;p25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5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">
  <p:cSld name="CUSTOM_12">
    <p:bg>
      <p:bgPr>
        <a:solidFill>
          <a:schemeClr val="accent2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198" name="Google Shape;198;p26"/>
          <p:cNvSpPr txBox="1"/>
          <p:nvPr>
            <p:ph idx="1" type="body"/>
          </p:nvPr>
        </p:nvSpPr>
        <p:spPr>
          <a:xfrm>
            <a:off x="4572000" y="2571750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■"/>
              <a:defRPr>
                <a:solidFill>
                  <a:srgbClr val="493691"/>
                </a:solidFill>
              </a:defRPr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●"/>
              <a:defRPr>
                <a:solidFill>
                  <a:srgbClr val="493691"/>
                </a:solidFill>
              </a:defRPr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1100"/>
              <a:buChar char="○"/>
              <a:defRPr>
                <a:solidFill>
                  <a:srgbClr val="49369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9" name="Google Shape;199;p26"/>
          <p:cNvSpPr txBox="1"/>
          <p:nvPr>
            <p:ph idx="2" type="body"/>
          </p:nvPr>
        </p:nvSpPr>
        <p:spPr>
          <a:xfrm>
            <a:off x="277499" y="2571741"/>
            <a:ext cx="35850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32;p11" id="200" name="Google Shape;200;p26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6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2_1">
  <p:cSld name="CUSTOM_12_1">
    <p:bg>
      <p:bgPr>
        <a:solidFill>
          <a:schemeClr val="accent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7"/>
          <p:cNvSpPr txBox="1"/>
          <p:nvPr>
            <p:ph type="title"/>
          </p:nvPr>
        </p:nvSpPr>
        <p:spPr>
          <a:xfrm>
            <a:off x="277499" y="416249"/>
            <a:ext cx="36309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04" name="Google Shape;204;p27"/>
          <p:cNvSpPr txBox="1"/>
          <p:nvPr>
            <p:ph idx="1" type="body"/>
          </p:nvPr>
        </p:nvSpPr>
        <p:spPr>
          <a:xfrm>
            <a:off x="4839675" y="8404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857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1pPr>
            <a:lvl2pPr indent="-2857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2pPr>
            <a:lvl3pPr indent="-2857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■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3pPr>
            <a:lvl4pPr indent="-2857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●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4pPr>
            <a:lvl5pPr indent="-2857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Char char="○"/>
              <a:defRPr sz="900">
                <a:solidFill>
                  <a:schemeClr val="accent3"/>
                </a:solidFill>
                <a:latin typeface="Montserrat Medium"/>
                <a:ea typeface="Montserrat Medium"/>
                <a:cs typeface="Montserrat Medium"/>
                <a:sym typeface="Montserrat Medium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2.pngGoogle Shape;140;p12" id="205" name="Google Shape;205;p27"/>
          <p:cNvPicPr preferRelativeResize="0"/>
          <p:nvPr/>
        </p:nvPicPr>
        <p:blipFill rotWithShape="1">
          <a:blip r:embed="rId2">
            <a:alphaModFix/>
          </a:blip>
          <a:srcRect b="0" l="24471" r="0" t="0"/>
          <a:stretch/>
        </p:blipFill>
        <p:spPr>
          <a:xfrm>
            <a:off x="7986349" y="205150"/>
            <a:ext cx="888051" cy="25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.pngGoogle Shape;141;p12" id="206" name="Google Shape;20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610399"/>
            <a:ext cx="192001" cy="19200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7"/>
          <p:cNvSpPr txBox="1"/>
          <p:nvPr>
            <p:ph idx="2" type="body"/>
          </p:nvPr>
        </p:nvSpPr>
        <p:spPr>
          <a:xfrm>
            <a:off x="4839675" y="18458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4;p12" id="208" name="Google Shape;208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16158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7"/>
          <p:cNvSpPr txBox="1"/>
          <p:nvPr>
            <p:ph idx="3" type="body"/>
          </p:nvPr>
        </p:nvSpPr>
        <p:spPr>
          <a:xfrm>
            <a:off x="4839675" y="2851249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47;p12" id="210" name="Google Shape;21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2621200"/>
            <a:ext cx="192001" cy="1920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7"/>
          <p:cNvSpPr txBox="1"/>
          <p:nvPr>
            <p:ph idx="4" type="body"/>
          </p:nvPr>
        </p:nvSpPr>
        <p:spPr>
          <a:xfrm>
            <a:off x="4839675" y="3864850"/>
            <a:ext cx="3759000" cy="7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check.pngGoogle Shape;150;p12"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69900" y="3634799"/>
            <a:ext cx="192001" cy="19200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p27"/>
          <p:cNvCxnSpPr/>
          <p:nvPr/>
        </p:nvCxnSpPr>
        <p:spPr>
          <a:xfrm>
            <a:off x="4278051" y="287400"/>
            <a:ext cx="0" cy="45735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4" name="Google Shape;214;p27"/>
          <p:cNvSpPr txBox="1"/>
          <p:nvPr>
            <p:ph idx="5" type="body"/>
          </p:nvPr>
        </p:nvSpPr>
        <p:spPr>
          <a:xfrm>
            <a:off x="277499" y="1061865"/>
            <a:ext cx="3428700" cy="20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15" name="Google Shape;215;p27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3">
  <p:cSld name="CUSTOM_13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277499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18" name="Google Shape;218;p28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19" name="Google Shape;219;p28"/>
          <p:cNvSpPr txBox="1"/>
          <p:nvPr>
            <p:ph idx="1" type="body"/>
          </p:nvPr>
        </p:nvSpPr>
        <p:spPr>
          <a:xfrm>
            <a:off x="545225" y="3722999"/>
            <a:ext cx="35505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Montserrat"/>
              <a:buNone/>
              <a:defRPr b="1" sz="900">
                <a:solidFill>
                  <a:schemeClr val="accent1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0" name="Google Shape;220;p28"/>
          <p:cNvSpPr txBox="1"/>
          <p:nvPr>
            <p:ph idx="2" type="body"/>
          </p:nvPr>
        </p:nvSpPr>
        <p:spPr>
          <a:xfrm>
            <a:off x="545225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21" name="Google Shape;221;p28"/>
          <p:cNvSpPr txBox="1"/>
          <p:nvPr/>
        </p:nvSpPr>
        <p:spPr>
          <a:xfrm>
            <a:off x="4309293" y="1934926"/>
            <a:ext cx="8301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6300"/>
              <a:buFont typeface="Work Sans"/>
              <a:buNone/>
            </a:pPr>
            <a:r>
              <a:rPr b="1" i="0" lang="en" sz="6300" u="none" cap="none" strike="noStrike">
                <a:solidFill>
                  <a:srgbClr val="493691"/>
                </a:solidFill>
                <a:latin typeface="Work Sans"/>
                <a:ea typeface="Work Sans"/>
                <a:cs typeface="Work Sans"/>
                <a:sym typeface="Work Sans"/>
              </a:rPr>
              <a:t>“</a:t>
            </a:r>
            <a:endParaRPr/>
          </a:p>
        </p:txBody>
      </p:sp>
      <p:sp>
        <p:nvSpPr>
          <p:cNvPr id="222" name="Google Shape;222;p28"/>
          <p:cNvSpPr txBox="1"/>
          <p:nvPr>
            <p:ph idx="3" type="body"/>
          </p:nvPr>
        </p:nvSpPr>
        <p:spPr>
          <a:xfrm>
            <a:off x="4577017" y="2315324"/>
            <a:ext cx="3550500" cy="10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4;p13" id="223" name="Google Shape;223;p28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8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5">
  <p:cSld name="CUSTOM_15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9"/>
          <p:cNvSpPr txBox="1"/>
          <p:nvPr>
            <p:ph type="title"/>
          </p:nvPr>
        </p:nvSpPr>
        <p:spPr>
          <a:xfrm>
            <a:off x="5321925" y="506100"/>
            <a:ext cx="35445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Montserrat SemiBold"/>
              <a:buNone/>
              <a:defRPr sz="20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27" name="Google Shape;227;p29"/>
          <p:cNvSpPr/>
          <p:nvPr>
            <p:ph idx="2" type="pic"/>
          </p:nvPr>
        </p:nvSpPr>
        <p:spPr>
          <a:xfrm>
            <a:off x="4572000" y="526825"/>
            <a:ext cx="4026900" cy="4333200"/>
          </a:xfrm>
          <a:prstGeom prst="rect">
            <a:avLst/>
          </a:prstGeom>
          <a:noFill/>
          <a:ln>
            <a:noFill/>
          </a:ln>
        </p:spPr>
      </p:sp>
      <p:sp>
        <p:nvSpPr>
          <p:cNvPr id="228" name="Google Shape;228;p29"/>
          <p:cNvSpPr txBox="1"/>
          <p:nvPr>
            <p:ph idx="1" type="body"/>
          </p:nvPr>
        </p:nvSpPr>
        <p:spPr>
          <a:xfrm>
            <a:off x="277499" y="278850"/>
            <a:ext cx="3832800" cy="13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800"/>
              <a:buFont typeface="Montserrat"/>
              <a:buNone/>
              <a:defRPr b="1" sz="800"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69;p14" id="229" name="Google Shape;229;p29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9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17_1">
  <p:cSld name="CUSTOM_17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0"/>
          <p:cNvSpPr txBox="1"/>
          <p:nvPr>
            <p:ph idx="1" type="body"/>
          </p:nvPr>
        </p:nvSpPr>
        <p:spPr>
          <a:xfrm>
            <a:off x="277499" y="3324652"/>
            <a:ext cx="1759200" cy="290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1100"/>
              <a:buFont typeface="Montserrat"/>
              <a:buNone/>
              <a:defRPr b="1">
                <a:solidFill>
                  <a:srgbClr val="E0DAFF"/>
                </a:solidFill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3" name="Google Shape;233;p30"/>
          <p:cNvSpPr/>
          <p:nvPr>
            <p:ph idx="2" type="pic"/>
          </p:nvPr>
        </p:nvSpPr>
        <p:spPr>
          <a:xfrm>
            <a:off x="289099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30"/>
          <p:cNvSpPr/>
          <p:nvPr>
            <p:ph idx="3" type="pic"/>
          </p:nvPr>
        </p:nvSpPr>
        <p:spPr>
          <a:xfrm>
            <a:off x="2167688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30"/>
          <p:cNvSpPr/>
          <p:nvPr>
            <p:ph idx="4" type="pic"/>
          </p:nvPr>
        </p:nvSpPr>
        <p:spPr>
          <a:xfrm>
            <a:off x="4046275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30"/>
          <p:cNvSpPr/>
          <p:nvPr>
            <p:ph idx="5" type="pic"/>
          </p:nvPr>
        </p:nvSpPr>
        <p:spPr>
          <a:xfrm>
            <a:off x="5912713" y="1336780"/>
            <a:ext cx="1751100" cy="1773000"/>
          </a:xfrm>
          <a:prstGeom prst="rect">
            <a:avLst/>
          </a:prstGeom>
          <a:noFill/>
          <a:ln>
            <a:noFill/>
          </a:ln>
        </p:spPr>
      </p:sp>
      <p:sp>
        <p:nvSpPr>
          <p:cNvPr id="237" name="Google Shape;237;p30"/>
          <p:cNvSpPr txBox="1"/>
          <p:nvPr>
            <p:ph idx="6" type="body"/>
          </p:nvPr>
        </p:nvSpPr>
        <p:spPr>
          <a:xfrm>
            <a:off x="277499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8" name="Google Shape;238;p30"/>
          <p:cNvSpPr txBox="1"/>
          <p:nvPr>
            <p:ph idx="7" type="body"/>
          </p:nvPr>
        </p:nvSpPr>
        <p:spPr>
          <a:xfrm>
            <a:off x="2163638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39" name="Google Shape;239;p30"/>
          <p:cNvSpPr txBox="1"/>
          <p:nvPr>
            <p:ph idx="8" type="body"/>
          </p:nvPr>
        </p:nvSpPr>
        <p:spPr>
          <a:xfrm>
            <a:off x="4049776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0" name="Google Shape;240;p30"/>
          <p:cNvSpPr txBox="1"/>
          <p:nvPr>
            <p:ph idx="9" type="body"/>
          </p:nvPr>
        </p:nvSpPr>
        <p:spPr>
          <a:xfrm>
            <a:off x="5900113" y="3660092"/>
            <a:ext cx="1759200" cy="4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91400" spcFirstLastPara="1" rIns="91400" wrap="square" tIns="9140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41" name="Google Shape;241;p30"/>
          <p:cNvSpPr txBox="1"/>
          <p:nvPr>
            <p:ph type="title"/>
          </p:nvPr>
        </p:nvSpPr>
        <p:spPr>
          <a:xfrm>
            <a:off x="277499" y="416249"/>
            <a:ext cx="8589000" cy="8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pic>
        <p:nvPicPr>
          <p:cNvPr descr="Logo-white.pngGoogle Shape;187;p15" id="242" name="Google Shape;242;p30"/>
          <p:cNvPicPr preferRelativeResize="0"/>
          <p:nvPr/>
        </p:nvPicPr>
        <p:blipFill rotWithShape="1">
          <a:blip r:embed="rId2">
            <a:alphaModFix/>
          </a:blip>
          <a:srcRect b="0" l="21997" r="0" t="0"/>
          <a:stretch/>
        </p:blipFill>
        <p:spPr>
          <a:xfrm>
            <a:off x="7999100" y="227652"/>
            <a:ext cx="867451" cy="20787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30"/>
          <p:cNvSpPr txBox="1"/>
          <p:nvPr>
            <p:ph idx="12" type="sldNum"/>
          </p:nvPr>
        </p:nvSpPr>
        <p:spPr>
          <a:xfrm>
            <a:off x="8739547" y="4757766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1"/>
          <p:cNvSpPr/>
          <p:nvPr>
            <p:ph idx="2" type="pic"/>
          </p:nvPr>
        </p:nvSpPr>
        <p:spPr>
          <a:xfrm>
            <a:off x="277499" y="1170424"/>
            <a:ext cx="8589000" cy="3689700"/>
          </a:xfrm>
          <a:prstGeom prst="rect">
            <a:avLst/>
          </a:prstGeom>
          <a:noFill/>
          <a:ln>
            <a:noFill/>
          </a:ln>
        </p:spPr>
      </p:sp>
      <p:sp>
        <p:nvSpPr>
          <p:cNvPr id="246" name="Google Shape;246;p31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47" name="Google Shape;247;p31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_21_1_1_1_1">
  <p:cSld name="CUSTOM_21_1_1_1_1">
    <p:bg>
      <p:bgPr>
        <a:solidFill>
          <a:srgbClr val="493691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2"/>
          <p:cNvSpPr/>
          <p:nvPr/>
        </p:nvSpPr>
        <p:spPr>
          <a:xfrm>
            <a:off x="163549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32"/>
          <p:cNvSpPr txBox="1"/>
          <p:nvPr>
            <p:ph type="title"/>
          </p:nvPr>
        </p:nvSpPr>
        <p:spPr>
          <a:xfrm>
            <a:off x="457200" y="408397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51" name="Google Shape;251;p32"/>
          <p:cNvSpPr/>
          <p:nvPr/>
        </p:nvSpPr>
        <p:spPr>
          <a:xfrm>
            <a:off x="7583124" y="4744075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32"/>
          <p:cNvSpPr txBox="1"/>
          <p:nvPr>
            <p:ph idx="1" type="body"/>
          </p:nvPr>
        </p:nvSpPr>
        <p:spPr>
          <a:xfrm>
            <a:off x="457200" y="927799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1100"/>
              <a:buFont typeface="Host Grotesk SemiBold"/>
              <a:buNone/>
              <a:defRPr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53" name="Google Shape;253;p32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6" y="4819961"/>
            <a:ext cx="852438" cy="19199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32"/>
          <p:cNvSpPr txBox="1"/>
          <p:nvPr>
            <p:ph idx="2" type="body"/>
          </p:nvPr>
        </p:nvSpPr>
        <p:spPr>
          <a:xfrm>
            <a:off x="457200" y="1652299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5" name="Google Shape;255;p32"/>
          <p:cNvSpPr txBox="1"/>
          <p:nvPr>
            <p:ph idx="12" type="sldNum"/>
          </p:nvPr>
        </p:nvSpPr>
        <p:spPr>
          <a:xfrm>
            <a:off x="8826138" y="4853987"/>
            <a:ext cx="126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800" lvl="0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800" lvl="1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800" lvl="2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800" lvl="3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800" lvl="4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800" lvl="5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800" lvl="6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800" lvl="7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800" lvl="8" marL="50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800"/>
              <a:buFont typeface="Montserrat"/>
              <a:buNone/>
              <a:defRPr b="1" sz="8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800" lvl="0" marL="5080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ference A">
  <p:cSld name="Conference A">
    <p:bg>
      <p:bgPr>
        <a:solidFill>
          <a:srgbClr val="493691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3"/>
          <p:cNvSpPr/>
          <p:nvPr/>
        </p:nvSpPr>
        <p:spPr>
          <a:xfrm>
            <a:off x="163550" y="153950"/>
            <a:ext cx="8803500" cy="4820100"/>
          </a:xfrm>
          <a:prstGeom prst="roundRect">
            <a:avLst>
              <a:gd fmla="val 1636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457200" y="408396"/>
            <a:ext cx="8141700" cy="5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93691"/>
              </a:buClr>
              <a:buSzPts val="3000"/>
              <a:buFont typeface="Montserrat SemiBold"/>
              <a:buNone/>
              <a:defRPr>
                <a:solidFill>
                  <a:srgbClr val="49369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None/>
              <a:defRPr/>
            </a:lvl9pPr>
          </a:lstStyle>
          <a:p/>
        </p:txBody>
      </p:sp>
      <p:sp>
        <p:nvSpPr>
          <p:cNvPr id="259" name="Google Shape;259;p33"/>
          <p:cNvSpPr/>
          <p:nvPr/>
        </p:nvSpPr>
        <p:spPr>
          <a:xfrm>
            <a:off x="7583124" y="4744074"/>
            <a:ext cx="1560900" cy="399600"/>
          </a:xfrm>
          <a:prstGeom prst="roundRect">
            <a:avLst>
              <a:gd fmla="val 16667" name="adj"/>
            </a:avLst>
          </a:prstGeom>
          <a:solidFill>
            <a:srgbClr val="493691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Montserrat"/>
              <a:buNone/>
            </a:pPr>
            <a:r>
              <a:t/>
            </a:r>
            <a:endParaRPr b="0" i="0" sz="1400" u="none" cap="none" strike="noStrike">
              <a:solidFill>
                <a:schemeClr val="accent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3"/>
          <p:cNvSpPr txBox="1"/>
          <p:nvPr>
            <p:ph idx="1" type="body"/>
          </p:nvPr>
        </p:nvSpPr>
        <p:spPr>
          <a:xfrm>
            <a:off x="457200" y="927800"/>
            <a:ext cx="3832800" cy="1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5E9D"/>
              </a:buClr>
              <a:buSzPts val="800"/>
              <a:buFont typeface="Host Grotesk SemiBold"/>
              <a:buNone/>
              <a:defRPr sz="800">
                <a:solidFill>
                  <a:srgbClr val="6B5E9D"/>
                </a:solidFill>
                <a:latin typeface="Host Grotesk SemiBold"/>
                <a:ea typeface="Host Grotesk SemiBold"/>
                <a:cs typeface="Host Grotesk SemiBold"/>
                <a:sym typeface="Host Grotesk SemiBold"/>
              </a:defRPr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pic>
        <p:nvPicPr>
          <p:cNvPr descr="Logo-white.pngGoogle Shape;197;p17" id="261" name="Google Shape;261;p33"/>
          <p:cNvPicPr preferRelativeResize="0"/>
          <p:nvPr/>
        </p:nvPicPr>
        <p:blipFill rotWithShape="1">
          <a:blip r:embed="rId2">
            <a:alphaModFix/>
          </a:blip>
          <a:srcRect b="0" l="17012" r="0" t="0"/>
          <a:stretch/>
        </p:blipFill>
        <p:spPr>
          <a:xfrm>
            <a:off x="7761815" y="4819962"/>
            <a:ext cx="852448" cy="191992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33"/>
          <p:cNvSpPr txBox="1"/>
          <p:nvPr>
            <p:ph idx="2" type="body"/>
          </p:nvPr>
        </p:nvSpPr>
        <p:spPr>
          <a:xfrm>
            <a:off x="457200" y="1652300"/>
            <a:ext cx="4115100" cy="19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63" name="Google Shape;263;p33"/>
          <p:cNvSpPr txBox="1"/>
          <p:nvPr>
            <p:ph idx="12" type="sldNum"/>
          </p:nvPr>
        </p:nvSpPr>
        <p:spPr>
          <a:xfrm>
            <a:off x="8826138" y="4853987"/>
            <a:ext cx="1269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>
            <a:lvl1pPr indent="-50797" lvl="0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50797" lvl="1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50797" lvl="2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50797" lvl="3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50797" lvl="4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50797" lvl="5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50797" lvl="6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50797" lvl="7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50797" lvl="8" marL="5079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0DAFF"/>
              </a:buClr>
              <a:buSzPts val="700"/>
              <a:buFont typeface="Montserrat"/>
              <a:buNone/>
              <a:defRPr b="1" sz="700">
                <a:solidFill>
                  <a:srgbClr val="E0DAFF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pPr indent="-50797" lvl="0" marL="50797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i="0" u="none" cap="none" strike="noStrike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 txBox="1"/>
          <p:nvPr>
            <p:ph idx="12" type="sldNum"/>
          </p:nvPr>
        </p:nvSpPr>
        <p:spPr>
          <a:xfrm>
            <a:off x="8755643" y="4749851"/>
            <a:ext cx="349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3800" lIns="83800" spcFirstLastPara="1" rIns="83800" wrap="square" tIns="83800">
            <a:sp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0" i="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3.xml"/><Relationship Id="rId11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29.xml"/><Relationship Id="rId5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32.xml"/><Relationship Id="rId6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31.xml"/><Relationship Id="rId7" Type="http://schemas.openxmlformats.org/officeDocument/2006/relationships/slideLayout" Target="../slideLayouts/slideLayout20.xml"/><Relationship Id="rId8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545225" y="277499"/>
            <a:ext cx="80535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Montserrat SemiBold"/>
              <a:buNone/>
              <a:defRPr b="0" i="0" sz="3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" type="body"/>
          </p:nvPr>
        </p:nvSpPr>
        <p:spPr>
          <a:xfrm>
            <a:off x="457200" y="1200150"/>
            <a:ext cx="8229600" cy="39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29845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29845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29845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29845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29845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29845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●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29845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○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29845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Font typeface="Helvetica Neue"/>
              <a:buChar char="■"/>
              <a:defRPr b="0" i="0" sz="1100" u="none" cap="none" strike="noStrike">
                <a:solidFill>
                  <a:schemeClr val="accent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64" name="Google Shape;64;p15"/>
          <p:cNvSpPr txBox="1"/>
          <p:nvPr>
            <p:ph idx="12" type="sldNum"/>
          </p:nvPr>
        </p:nvSpPr>
        <p:spPr>
          <a:xfrm>
            <a:off x="4419600" y="4627562"/>
            <a:ext cx="213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0" name="Google Shape;270;p35"/>
          <p:cNvGrpSpPr/>
          <p:nvPr/>
        </p:nvGrpSpPr>
        <p:grpSpPr>
          <a:xfrm>
            <a:off x="4123682" y="580673"/>
            <a:ext cx="4693767" cy="3832800"/>
            <a:chOff x="-1" y="-1"/>
            <a:chExt cx="4693767" cy="3832800"/>
          </a:xfrm>
        </p:grpSpPr>
        <p:sp>
          <p:nvSpPr>
            <p:cNvPr id="271" name="Google Shape;271;p35"/>
            <p:cNvSpPr/>
            <p:nvPr/>
          </p:nvSpPr>
          <p:spPr>
            <a:xfrm>
              <a:off x="860966" y="-1"/>
              <a:ext cx="3832800" cy="3832800"/>
            </a:xfrm>
            <a:prstGeom prst="ellipse">
              <a:avLst/>
            </a:prstGeom>
            <a:solidFill>
              <a:srgbClr val="8562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35"/>
            <p:cNvSpPr/>
            <p:nvPr/>
          </p:nvSpPr>
          <p:spPr>
            <a:xfrm>
              <a:off x="1147767" y="286800"/>
              <a:ext cx="3259200" cy="3259200"/>
            </a:xfrm>
            <a:prstGeom prst="ellipse">
              <a:avLst/>
            </a:prstGeom>
            <a:solidFill>
              <a:srgbClr val="9574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1400"/>
                <a:buFont typeface="Montserrat"/>
                <a:buNone/>
              </a:pPr>
              <a:r>
                <a:t/>
              </a:r>
              <a:endParaRPr b="0" i="0" sz="1400" u="none" cap="none" strike="noStrik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descr="camera_OV80i_masked.pngGoogle Shape;216;p19" id="273" name="Google Shape;273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1" y="181831"/>
              <a:ext cx="4094091" cy="332994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4" name="Google Shape;274;p35"/>
          <p:cNvSpPr txBox="1"/>
          <p:nvPr>
            <p:ph type="title"/>
          </p:nvPr>
        </p:nvSpPr>
        <p:spPr>
          <a:xfrm>
            <a:off x="284850" y="779674"/>
            <a:ext cx="3919200" cy="6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000"/>
              <a:buFont typeface="Montserrat SemiBold"/>
              <a:buNone/>
            </a:pPr>
            <a:r>
              <a:rPr b="1" i="0" lang="en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OV</a:t>
            </a:r>
            <a:r>
              <a:rPr b="1" lang="en" sz="4000"/>
              <a:t>8</a:t>
            </a:r>
            <a:r>
              <a:rPr b="1" i="0" lang="en" sz="4000" u="none" cap="none" strike="noStrike">
                <a:solidFill>
                  <a:schemeClr val="accent2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0i</a:t>
            </a:r>
            <a:endParaRPr/>
          </a:p>
        </p:txBody>
      </p:sp>
      <p:sp>
        <p:nvSpPr>
          <p:cNvPr id="275" name="Google Shape;275;p35"/>
          <p:cNvSpPr txBox="1"/>
          <p:nvPr/>
        </p:nvSpPr>
        <p:spPr>
          <a:xfrm>
            <a:off x="112650" y="3425850"/>
            <a:ext cx="4300800" cy="12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2181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lang="en" sz="3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{{ recipe_title }}</a:t>
            </a:r>
            <a:endParaRPr sz="288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descr="Logo-white.pngGoogle Shape;16;p2" id="276" name="Google Shape;27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4850" y="466645"/>
            <a:ext cx="1112101" cy="207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verview Deck">
  <a:themeElements>
    <a:clrScheme name="Overview Deck">
      <a:dk1>
        <a:srgbClr val="493691"/>
      </a:dk1>
      <a:lt1>
        <a:srgbClr val="FAF9FE"/>
      </a:lt1>
      <a:dk2>
        <a:srgbClr val="A7A7A7"/>
      </a:dk2>
      <a:lt2>
        <a:srgbClr val="535353"/>
      </a:lt2>
      <a:accent1>
        <a:srgbClr val="AF9EF3"/>
      </a:accent1>
      <a:accent2>
        <a:srgbClr val="FAF9FE"/>
      </a:accent2>
      <a:accent3>
        <a:srgbClr val="532EE3"/>
      </a:accent3>
      <a:accent4>
        <a:srgbClr val="4B465E"/>
      </a:accent4>
      <a:accent5>
        <a:srgbClr val="2E1A7F"/>
      </a:accent5>
      <a:accent6>
        <a:srgbClr val="56C194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