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roxima Nova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d3ca07917_0_12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d3ca07917_0_12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55" name="Google Shape;55;g3dd3ca07917_0_12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676275" y="325750"/>
            <a:ext cx="77730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OV80i Benefits and Advantages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58950" y="223000"/>
            <a:ext cx="356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676275" y="1121583"/>
            <a:ext cx="8467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i="0" lang="en" sz="15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leading AI accuracy. Form-factor and ease-of-use of vision sensor.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i="0" lang="en" sz="15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Reduced variance in manual human inspection, AI inspection is 100% inspection, 24/7.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i="0" lang="en" sz="15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Reduce escapes of bad parts.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i="0" lang="en" sz="15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Onboard data. Simplify root cause analysis and eventual yield gains.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i="0" lang="en" sz="15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Easy to train – AI models can be trained in 30 minutes or less by manufacturing, process, controls or quality engineers.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i="0" lang="en" sz="15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Flexibility – OV80i can be used for small component defect detection or larger assembly verification tasks.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i="0" lang="en" sz="15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Fast inspections – as low as 0.3 seconds per image.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i="0" lang="en" sz="15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Visual AI Inspections that can help replace human inspectors.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i="0" lang="en" sz="15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Multi-language Support.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