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f30bdf0_5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d4f30bdf0_5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102" name="Google Shape;102;g3dd4f30bdf0_5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676275" y="381000"/>
            <a:ext cx="805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Step {{ step_no }} Configure Node-Red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676275" y="1090750"/>
            <a:ext cx="68160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{{ setup_text}}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