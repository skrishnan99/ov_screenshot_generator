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Proxima Nova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font" Target="fonts/ProximaNov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roximaNova-regular.fntdata"/><Relationship Id="rId8" Type="http://schemas.openxmlformats.org/officeDocument/2006/relationships/font" Target="fonts/ProximaNova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d3ca07917_0_88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dd3ca07917_0_88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900"/>
          </a:p>
        </p:txBody>
      </p:sp>
      <p:sp>
        <p:nvSpPr>
          <p:cNvPr id="55" name="Google Shape;55;g3dd3ca07917_0_88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56784" y="4749851"/>
            <a:ext cx="5487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http://www.overview.ai" TargetMode="External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25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3">
            <a:alphaModFix/>
          </a:blip>
          <a:srcRect b="73468" l="0" r="83957" t="0"/>
          <a:stretch/>
        </p:blipFill>
        <p:spPr>
          <a:xfrm>
            <a:off x="5175163" y="1893463"/>
            <a:ext cx="441524" cy="325887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/>
          <p:nvPr/>
        </p:nvSpPr>
        <p:spPr>
          <a:xfrm>
            <a:off x="751375" y="2302275"/>
            <a:ext cx="40113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8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Contact information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5578594" y="1875488"/>
            <a:ext cx="2393400" cy="1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russell@overview.ai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+1 (310) 600-6418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www.overview.ai</a:t>
            </a:r>
            <a:endParaRPr b="0" i="0" sz="1600" u="none" cap="none" strike="noStrike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0" l="0" r="83957" t="36484"/>
          <a:stretch/>
        </p:blipFill>
        <p:spPr>
          <a:xfrm>
            <a:off x="5175163" y="2386900"/>
            <a:ext cx="441524" cy="780187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556784" y="4749851"/>
            <a:ext cx="5487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black and white logo  Description automatically generated" id="62" name="Google Shape;6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7060" y="235583"/>
            <a:ext cx="3382268" cy="631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