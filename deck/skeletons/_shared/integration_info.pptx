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roximaNov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d4367d8d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f5d4367d8d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5d4367d8d_0_1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8113014" y="4834890"/>
            <a:ext cx="68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895"/>
              </a:buClr>
              <a:buSzPts val="675"/>
              <a:buFont typeface="Proxima Nova"/>
              <a:buNone/>
            </a:pPr>
            <a:r>
              <a:rPr b="0" i="0" lang="en" sz="675" u="none" cap="none" strike="noStrike">
                <a:solidFill>
                  <a:srgbClr val="8A8895"/>
                </a:solidFill>
                <a:latin typeface="Proxima Nova"/>
                <a:ea typeface="Proxima Nova"/>
                <a:cs typeface="Proxima Nova"/>
                <a:sym typeface="Proxima Nova"/>
              </a:rPr>
              <a:t>12</a:t>
            </a:r>
            <a:endParaRPr b="0" i="0" sz="675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342900" y="774954"/>
            <a:ext cx="7886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2100"/>
              <a:buFont typeface="Proxima Nova"/>
              <a:buNone/>
            </a:pPr>
            <a:r>
              <a:rPr b="1" i="0" lang="en" sz="210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Integration built for everyone.</a:t>
            </a:r>
            <a:endParaRPr b="0" i="0" sz="21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342900" y="1165860"/>
            <a:ext cx="788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900"/>
              <a:buFont typeface="Proxima Nova"/>
              <a:buNone/>
            </a:pPr>
            <a:r>
              <a:rPr b="0" i="0" lang="en" sz="900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Controls engineers are some of the busiest people in the factory. Customize what works best for them, no code required.</a:t>
            </a:r>
            <a:endParaRPr b="0" i="0" sz="9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342900" y="1690050"/>
            <a:ext cx="123300" cy="123300"/>
          </a:xfrm>
          <a:prstGeom prst="ellipse">
            <a:avLst/>
          </a:prstGeom>
          <a:solidFill>
            <a:srgbClr val="8B6FE8"/>
          </a:solidFill>
          <a:ln cap="flat" cmpd="sng" w="12700">
            <a:solidFill>
              <a:srgbClr val="8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562356" y="1648902"/>
            <a:ext cx="2180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1050"/>
              <a:buFont typeface="Proxima Nova"/>
              <a:buNone/>
            </a:pPr>
            <a:r>
              <a:rPr b="1" i="0" lang="en" sz="105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Drag-and-drop logic</a:t>
            </a:r>
            <a:endParaRPr b="0" i="0" sz="10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562356" y="1882074"/>
            <a:ext cx="2180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825"/>
              <a:buFont typeface="Proxima Nova"/>
              <a:buNone/>
            </a:pPr>
            <a:r>
              <a:rPr b="0" i="0" lang="en" sz="825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Anyone can author inspection logic without writing code.</a:t>
            </a:r>
            <a:endParaRPr b="0" i="0" sz="825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42900" y="2492436"/>
            <a:ext cx="123300" cy="123300"/>
          </a:xfrm>
          <a:prstGeom prst="ellipse">
            <a:avLst/>
          </a:prstGeom>
          <a:solidFill>
            <a:srgbClr val="8B6FE8"/>
          </a:solidFill>
          <a:ln cap="flat" cmpd="sng" w="12700">
            <a:solidFill>
              <a:srgbClr val="8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62356" y="2451288"/>
            <a:ext cx="2180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1050"/>
              <a:buFont typeface="Proxima Nova"/>
              <a:buNone/>
            </a:pPr>
            <a:r>
              <a:rPr b="1" i="0" lang="en" sz="105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PLC, MES, HMI</a:t>
            </a:r>
            <a:endParaRPr b="0" i="0" sz="10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62356" y="2684460"/>
            <a:ext cx="2180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825"/>
              <a:buFont typeface="Proxima Nova"/>
              <a:buNone/>
            </a:pPr>
            <a:r>
              <a:rPr b="0" i="0" lang="en" sz="825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Bring real factory data into the camera and push results back out.</a:t>
            </a:r>
            <a:endParaRPr b="0" i="0" sz="825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42900" y="3294822"/>
            <a:ext cx="123300" cy="123300"/>
          </a:xfrm>
          <a:prstGeom prst="ellipse">
            <a:avLst/>
          </a:prstGeom>
          <a:solidFill>
            <a:srgbClr val="8B6FE8"/>
          </a:solidFill>
          <a:ln cap="flat" cmpd="sng" w="12700">
            <a:solidFill>
              <a:srgbClr val="8B6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62356" y="3253674"/>
            <a:ext cx="2180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428"/>
              </a:buClr>
              <a:buSzPts val="1050"/>
              <a:buFont typeface="Proxima Nova"/>
              <a:buNone/>
            </a:pPr>
            <a:r>
              <a:rPr b="1" i="0" lang="en" sz="1050" u="none" cap="none" strike="noStrike">
                <a:solidFill>
                  <a:srgbClr val="1A1428"/>
                </a:solidFill>
                <a:latin typeface="Proxima Nova"/>
                <a:ea typeface="Proxima Nova"/>
                <a:cs typeface="Proxima Nova"/>
                <a:sym typeface="Proxima Nova"/>
              </a:rPr>
              <a:t>Custom dashboards</a:t>
            </a:r>
            <a:endParaRPr b="0" i="0" sz="10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62356" y="3486846"/>
            <a:ext cx="2180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5"/>
              </a:buClr>
              <a:buSzPts val="825"/>
              <a:buFont typeface="Proxima Nova"/>
              <a:buNone/>
            </a:pPr>
            <a:r>
              <a:rPr b="0" i="0" lang="en" sz="825" u="none" cap="none" strike="noStrike">
                <a:solidFill>
                  <a:srgbClr val="4A4A55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Generate the views and reports each engineer actually needs.</a:t>
            </a:r>
            <a:endParaRPr b="0" i="0" sz="825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wonderful-magical-sagan/mnt/outputs/corp_intro_unpacked/ppt/media/image25.png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4121" y="1477899"/>
            <a:ext cx="6149301" cy="308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0" y="240030"/>
            <a:ext cx="960122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