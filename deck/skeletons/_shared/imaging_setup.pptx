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4"/>
    <p:sldMasterId id="2147483673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Proxima Nova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roximaNova-boldItalic.fntdata"/><Relationship Id="rId10" Type="http://schemas.openxmlformats.org/officeDocument/2006/relationships/font" Target="fonts/ProximaNova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d4f30bdf0_3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d4f30bdf0_3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102" name="Google Shape;102;g3dd4f30bdf0_3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en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2" name="Google Shape;9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7"/>
          <p:cNvSpPr/>
          <p:nvPr/>
        </p:nvSpPr>
        <p:spPr>
          <a:xfrm>
            <a:off x="676275" y="381000"/>
            <a:ext cx="789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{{ step_no }}: Setup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Camera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and Lighting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7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27"/>
          <p:cNvSpPr txBox="1"/>
          <p:nvPr/>
        </p:nvSpPr>
        <p:spPr>
          <a:xfrm>
            <a:off x="5762126" y="2601775"/>
            <a:ext cx="3296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532EE3"/>
                </a:solidFill>
                <a:latin typeface="Proxima Nova"/>
                <a:ea typeface="Proxima Nova"/>
                <a:cs typeface="Proxima Nova"/>
                <a:sym typeface="Proxima Nova"/>
              </a:rPr>
              <a:t>{{ setup_text }}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{{ setup_screenshot }}" id="108" name="Google Shape;10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725" y="1581182"/>
            <a:ext cx="5007075" cy="28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