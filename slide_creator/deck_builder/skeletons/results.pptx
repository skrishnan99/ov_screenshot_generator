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3ca07917_0_14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dd3ca07917_0_14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59" name="Google Shape;59;g3dd3ca07917_0_14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556784" y="4749851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56784" y="4749851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2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025" y="514350"/>
            <a:ext cx="4752975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/>
          <p:nvPr/>
        </p:nvSpPr>
        <p:spPr>
          <a:xfrm>
            <a:off x="555458" y="1630108"/>
            <a:ext cx="74088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Results: 1-2 hours to configure, setup, label, train and deploy each inspection model.</a:t>
            </a:r>
            <a:endParaRPr b="1" i="0" sz="1800" u="none" cap="none" strike="noStrike">
              <a:solidFill>
                <a:srgbClr val="7F60F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black and white logo  Description automatically generated" id="64" name="Google Shape;6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060" y="235583"/>
            <a:ext cx="3382268" cy="631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