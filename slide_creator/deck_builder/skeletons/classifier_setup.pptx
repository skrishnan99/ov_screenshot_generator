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f30bdf0_11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d4f30bdf0_11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102" name="Google Shape;102;g3dd4f30bdf0_11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676275" y="381000"/>
            <a:ext cx="78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 {{ step_no }}: Setup classifier inspection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5762126" y="2601775"/>
            <a:ext cx="329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{{ setup_text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{{ setup_screenshot }}" id="108" name="Google Shape;1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25" y="1581182"/>
            <a:ext cx="5007072" cy="287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