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Proxima Nova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roximaNova-boldItalic.fntdata"/><Relationship Id="rId10" Type="http://schemas.openxmlformats.org/officeDocument/2006/relationships/font" Target="fonts/ProximaNova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roximaNova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ProximaNov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d4f30bdf0_19_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dd4f30bdf0_19_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sz="900"/>
          </a:p>
        </p:txBody>
      </p:sp>
      <p:sp>
        <p:nvSpPr>
          <p:cNvPr id="59" name="Google Shape;59;g3dd4f30bdf0_19_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556784" y="4749851"/>
            <a:ext cx="5487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2" type="sldNum"/>
          </p:nvPr>
        </p:nvSpPr>
        <p:spPr>
          <a:xfrm>
            <a:off x="8556784" y="4749851"/>
            <a:ext cx="548700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556784" y="4749851"/>
            <a:ext cx="548700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1" name="Google Shape;6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333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6"/>
          <p:cNvSpPr txBox="1"/>
          <p:nvPr>
            <p:ph idx="12" type="sldNum"/>
          </p:nvPr>
        </p:nvSpPr>
        <p:spPr>
          <a:xfrm>
            <a:off x="58524" y="285108"/>
            <a:ext cx="2175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16"/>
          <p:cNvSpPr/>
          <p:nvPr/>
        </p:nvSpPr>
        <p:spPr>
          <a:xfrm>
            <a:off x="283431" y="806392"/>
            <a:ext cx="83457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532EE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4" name="Google Shape;64;p16"/>
          <p:cNvSpPr/>
          <p:nvPr/>
        </p:nvSpPr>
        <p:spPr>
          <a:xfrm>
            <a:off x="658500" y="358026"/>
            <a:ext cx="7808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" sz="25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Inspection Problem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6"/>
          <p:cNvSpPr/>
          <p:nvPr/>
        </p:nvSpPr>
        <p:spPr>
          <a:xfrm>
            <a:off x="658500" y="796499"/>
            <a:ext cx="8184300" cy="17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{{ problem }}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6"/>
          <p:cNvSpPr/>
          <p:nvPr/>
        </p:nvSpPr>
        <p:spPr>
          <a:xfrm>
            <a:off x="658500" y="2632801"/>
            <a:ext cx="7808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" sz="25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Inspection System Configuration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6"/>
          <p:cNvSpPr/>
          <p:nvPr/>
        </p:nvSpPr>
        <p:spPr>
          <a:xfrm>
            <a:off x="658500" y="3071274"/>
            <a:ext cx="8184300" cy="17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{{ solution }}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