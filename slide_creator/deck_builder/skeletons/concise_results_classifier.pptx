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  <p:sldMasterId id="2147483681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Montserrat SemiBold"/>
      <p:regular r:id="rId8"/>
      <p:bold r:id="rId9"/>
      <p:italic r:id="rId10"/>
      <p:boldItalic r:id="rId11"/>
    </p:embeddedFont>
    <p:embeddedFont>
      <p:font typeface="Montserrat"/>
      <p:regular r:id="rId12"/>
      <p:bold r:id="rId13"/>
      <p:italic r:id="rId14"/>
      <p:boldItalic r:id="rId15"/>
    </p:embeddedFont>
    <p:embeddedFont>
      <p:font typeface="Montserrat Medium"/>
      <p:regular r:id="rId16"/>
      <p:bold r:id="rId17"/>
      <p:italic r:id="rId18"/>
      <p:boldItalic r:id="rId19"/>
    </p:embeddedFont>
    <p:embeddedFont>
      <p:font typeface="Work Sans"/>
      <p:regular r:id="rId20"/>
      <p:bold r:id="rId21"/>
      <p:italic r:id="rId22"/>
      <p:boldItalic r:id="rId23"/>
    </p:embeddedFont>
    <p:embeddedFont>
      <p:font typeface="Host Grotesk SemiBol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-regular.fntdata"/><Relationship Id="rId22" Type="http://schemas.openxmlformats.org/officeDocument/2006/relationships/font" Target="fonts/WorkSans-italic.fntdata"/><Relationship Id="rId21" Type="http://schemas.openxmlformats.org/officeDocument/2006/relationships/font" Target="fonts/WorkSans-bold.fntdata"/><Relationship Id="rId24" Type="http://schemas.openxmlformats.org/officeDocument/2006/relationships/font" Target="fonts/HostGroteskSemiBold-regular.fntdata"/><Relationship Id="rId23" Type="http://schemas.openxmlformats.org/officeDocument/2006/relationships/font" Target="fonts/WorkSans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SemiBold-bold.fntdata"/><Relationship Id="rId26" Type="http://schemas.openxmlformats.org/officeDocument/2006/relationships/font" Target="fonts/HostGroteskSemiBold-italic.fntdata"/><Relationship Id="rId25" Type="http://schemas.openxmlformats.org/officeDocument/2006/relationships/font" Target="fonts/HostGroteskSemiBold-bold.fntdata"/><Relationship Id="rId27" Type="http://schemas.openxmlformats.org/officeDocument/2006/relationships/font" Target="fonts/HostGroteskSemiBol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MontserratSemiBold-regular.fntdata"/><Relationship Id="rId11" Type="http://schemas.openxmlformats.org/officeDocument/2006/relationships/font" Target="fonts/MontserratSemiBold-boldItalic.fntdata"/><Relationship Id="rId10" Type="http://schemas.openxmlformats.org/officeDocument/2006/relationships/font" Target="fonts/MontserratSemiBold-italic.fntdata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MontserratMedium-bold.fntdata"/><Relationship Id="rId16" Type="http://schemas.openxmlformats.org/officeDocument/2006/relationships/font" Target="fonts/MontserratMedium-regular.fntdata"/><Relationship Id="rId19" Type="http://schemas.openxmlformats.org/officeDocument/2006/relationships/font" Target="fonts/MontserratMedium-boldItalic.fntdata"/><Relationship Id="rId18" Type="http://schemas.openxmlformats.org/officeDocument/2006/relationships/font" Target="fonts/Montserrat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5d4367d8d_4_2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f5d4367d8d_4_2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4">
  <p:cSld name="CUSTOM_24">
    <p:bg>
      <p:bgPr>
        <a:solidFill>
          <a:schemeClr val="accen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idx="1" type="body"/>
          </p:nvPr>
        </p:nvSpPr>
        <p:spPr>
          <a:xfrm>
            <a:off x="417936" y="2663234"/>
            <a:ext cx="1337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2" type="body"/>
          </p:nvPr>
        </p:nvSpPr>
        <p:spPr>
          <a:xfrm>
            <a:off x="417811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3" type="body"/>
          </p:nvPr>
        </p:nvSpPr>
        <p:spPr>
          <a:xfrm>
            <a:off x="2167325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4" type="body"/>
          </p:nvPr>
        </p:nvSpPr>
        <p:spPr>
          <a:xfrm>
            <a:off x="3903300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5" type="body"/>
          </p:nvPr>
        </p:nvSpPr>
        <p:spPr>
          <a:xfrm>
            <a:off x="5648624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6" type="body"/>
          </p:nvPr>
        </p:nvSpPr>
        <p:spPr>
          <a:xfrm>
            <a:off x="7385291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2.pngGoogle Shape;37;p4" id="59" name="Google Shape;59;p14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49" y="205150"/>
            <a:ext cx="888051" cy="2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 type="tx">
  <p:cSld name="TITLE_AND_BODY">
    <p:bg>
      <p:bgPr>
        <a:solidFill>
          <a:srgbClr val="49369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284850" y="1412325"/>
            <a:ext cx="3919200" cy="22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/>
        </p:nvSpPr>
        <p:spPr>
          <a:xfrm>
            <a:off x="4581850" y="0"/>
            <a:ext cx="4562100" cy="5143500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69" name="Google Shape;69;p16"/>
          <p:cNvCxnSpPr/>
          <p:nvPr/>
        </p:nvCxnSpPr>
        <p:spPr>
          <a:xfrm rot="10800000">
            <a:off x="4585536" y="132770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6"/>
          <p:cNvCxnSpPr/>
          <p:nvPr/>
        </p:nvCxnSpPr>
        <p:spPr>
          <a:xfrm rot="10800000">
            <a:off x="4585536" y="1814714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6"/>
          <p:cNvCxnSpPr/>
          <p:nvPr/>
        </p:nvCxnSpPr>
        <p:spPr>
          <a:xfrm rot="10800000">
            <a:off x="4585536" y="2301779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6"/>
          <p:cNvCxnSpPr/>
          <p:nvPr/>
        </p:nvCxnSpPr>
        <p:spPr>
          <a:xfrm rot="10800000">
            <a:off x="4585536" y="278884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6"/>
          <p:cNvCxnSpPr/>
          <p:nvPr/>
        </p:nvCxnSpPr>
        <p:spPr>
          <a:xfrm rot="10800000">
            <a:off x="4585536" y="3275907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6"/>
          <p:cNvCxnSpPr/>
          <p:nvPr/>
        </p:nvCxnSpPr>
        <p:spPr>
          <a:xfrm rot="10800000">
            <a:off x="4585536" y="3762918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6"/>
          <p:cNvCxnSpPr/>
          <p:nvPr/>
        </p:nvCxnSpPr>
        <p:spPr>
          <a:xfrm rot="10800000">
            <a:off x="4585536" y="4249984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6"/>
          <p:cNvCxnSpPr/>
          <p:nvPr/>
        </p:nvCxnSpPr>
        <p:spPr>
          <a:xfrm rot="10800000">
            <a:off x="4585536" y="473697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p16"/>
          <p:cNvCxnSpPr/>
          <p:nvPr/>
        </p:nvCxnSpPr>
        <p:spPr>
          <a:xfrm rot="10800000">
            <a:off x="4585536" y="35357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" name="Google Shape;78;p16"/>
          <p:cNvCxnSpPr/>
          <p:nvPr/>
        </p:nvCxnSpPr>
        <p:spPr>
          <a:xfrm rot="10800000">
            <a:off x="4585536" y="840636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9" name="Google Shape;79;p16"/>
          <p:cNvGrpSpPr/>
          <p:nvPr/>
        </p:nvGrpSpPr>
        <p:grpSpPr>
          <a:xfrm>
            <a:off x="4586629" y="-102"/>
            <a:ext cx="4337475" cy="5143500"/>
            <a:chOff x="1" y="0"/>
            <a:chExt cx="4337475" cy="5143500"/>
          </a:xfrm>
        </p:grpSpPr>
        <p:cxnSp>
          <p:nvCxnSpPr>
            <p:cNvPr id="80" name="Google Shape;80;p16"/>
            <p:cNvCxnSpPr/>
            <p:nvPr/>
          </p:nvCxnSpPr>
          <p:spPr>
            <a:xfrm>
              <a:off x="1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" name="Google Shape;81;p16"/>
            <p:cNvCxnSpPr/>
            <p:nvPr/>
          </p:nvCxnSpPr>
          <p:spPr>
            <a:xfrm>
              <a:off x="48191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" name="Google Shape;82;p16"/>
            <p:cNvCxnSpPr/>
            <p:nvPr/>
          </p:nvCxnSpPr>
          <p:spPr>
            <a:xfrm>
              <a:off x="963830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" name="Google Shape;83;p16"/>
            <p:cNvCxnSpPr/>
            <p:nvPr/>
          </p:nvCxnSpPr>
          <p:spPr>
            <a:xfrm>
              <a:off x="144574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" name="Google Shape;84;p16"/>
            <p:cNvCxnSpPr/>
            <p:nvPr/>
          </p:nvCxnSpPr>
          <p:spPr>
            <a:xfrm>
              <a:off x="192765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" name="Google Shape;85;p16"/>
            <p:cNvCxnSpPr/>
            <p:nvPr/>
          </p:nvCxnSpPr>
          <p:spPr>
            <a:xfrm>
              <a:off x="2409574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" name="Google Shape;86;p16"/>
            <p:cNvCxnSpPr/>
            <p:nvPr/>
          </p:nvCxnSpPr>
          <p:spPr>
            <a:xfrm>
              <a:off x="289156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" name="Google Shape;87;p16"/>
            <p:cNvCxnSpPr/>
            <p:nvPr/>
          </p:nvCxnSpPr>
          <p:spPr>
            <a:xfrm>
              <a:off x="3373483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" name="Google Shape;88;p16"/>
            <p:cNvCxnSpPr/>
            <p:nvPr/>
          </p:nvCxnSpPr>
          <p:spPr>
            <a:xfrm>
              <a:off x="385548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" name="Google Shape;89;p16"/>
            <p:cNvCxnSpPr/>
            <p:nvPr/>
          </p:nvCxnSpPr>
          <p:spPr>
            <a:xfrm>
              <a:off x="4337476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">
  <p:cSld name="CUSTOM_21_1_1_1">
    <p:bg>
      <p:bgPr>
        <a:solidFill>
          <a:schemeClr val="accent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">
  <p:cSld name="BLANK_1_1_1">
    <p:bg>
      <p:bgPr>
        <a:solidFill>
          <a:srgbClr val="49369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>
            <a:off x="281924" y="276249"/>
            <a:ext cx="8589000" cy="4599000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2598474" y="3493075"/>
            <a:ext cx="59853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sz="4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4">
  <p:cSld name="CUSTOM_24">
    <p:bg>
      <p:bgPr>
        <a:solidFill>
          <a:schemeClr val="accen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417936" y="2663234"/>
            <a:ext cx="1337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2" type="body"/>
          </p:nvPr>
        </p:nvSpPr>
        <p:spPr>
          <a:xfrm>
            <a:off x="417811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3" type="body"/>
          </p:nvPr>
        </p:nvSpPr>
        <p:spPr>
          <a:xfrm>
            <a:off x="2167325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4" type="body"/>
          </p:nvPr>
        </p:nvSpPr>
        <p:spPr>
          <a:xfrm>
            <a:off x="3903300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5" type="body"/>
          </p:nvPr>
        </p:nvSpPr>
        <p:spPr>
          <a:xfrm>
            <a:off x="5648624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6" type="body"/>
          </p:nvPr>
        </p:nvSpPr>
        <p:spPr>
          <a:xfrm>
            <a:off x="7385291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2.pngGoogle Shape;37;p4" id="107" name="Google Shape;107;p19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49" y="205150"/>
            <a:ext cx="888051" cy="2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>
  <p:cSld name="CUSTOM_25">
    <p:bg>
      <p:bgPr>
        <a:solidFill>
          <a:srgbClr val="49369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284850" y="1412325"/>
            <a:ext cx="3919200" cy="22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11" name="Google Shape;111;p20"/>
          <p:cNvSpPr/>
          <p:nvPr/>
        </p:nvSpPr>
        <p:spPr>
          <a:xfrm>
            <a:off x="4581850" y="0"/>
            <a:ext cx="4562100" cy="5143500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113" name="Google Shape;113;p20"/>
          <p:cNvCxnSpPr/>
          <p:nvPr/>
        </p:nvCxnSpPr>
        <p:spPr>
          <a:xfrm rot="10800000">
            <a:off x="4585536" y="132770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20"/>
          <p:cNvCxnSpPr/>
          <p:nvPr/>
        </p:nvCxnSpPr>
        <p:spPr>
          <a:xfrm rot="10800000">
            <a:off x="4585536" y="1814714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20"/>
          <p:cNvCxnSpPr/>
          <p:nvPr/>
        </p:nvCxnSpPr>
        <p:spPr>
          <a:xfrm rot="10800000">
            <a:off x="4585536" y="2301779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20"/>
          <p:cNvCxnSpPr/>
          <p:nvPr/>
        </p:nvCxnSpPr>
        <p:spPr>
          <a:xfrm rot="10800000">
            <a:off x="4585536" y="278884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20"/>
          <p:cNvCxnSpPr/>
          <p:nvPr/>
        </p:nvCxnSpPr>
        <p:spPr>
          <a:xfrm rot="10800000">
            <a:off x="4585536" y="3275907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20"/>
          <p:cNvCxnSpPr/>
          <p:nvPr/>
        </p:nvCxnSpPr>
        <p:spPr>
          <a:xfrm rot="10800000">
            <a:off x="4585536" y="3762918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0"/>
          <p:cNvCxnSpPr/>
          <p:nvPr/>
        </p:nvCxnSpPr>
        <p:spPr>
          <a:xfrm rot="10800000">
            <a:off x="4585536" y="4249984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20"/>
          <p:cNvCxnSpPr/>
          <p:nvPr/>
        </p:nvCxnSpPr>
        <p:spPr>
          <a:xfrm rot="10800000">
            <a:off x="4585536" y="473697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20"/>
          <p:cNvCxnSpPr/>
          <p:nvPr/>
        </p:nvCxnSpPr>
        <p:spPr>
          <a:xfrm rot="10800000">
            <a:off x="4585536" y="35357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20"/>
          <p:cNvCxnSpPr/>
          <p:nvPr/>
        </p:nvCxnSpPr>
        <p:spPr>
          <a:xfrm rot="10800000">
            <a:off x="4585536" y="840636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" name="Google Shape;123;p20"/>
          <p:cNvGrpSpPr/>
          <p:nvPr/>
        </p:nvGrpSpPr>
        <p:grpSpPr>
          <a:xfrm>
            <a:off x="4586629" y="-102"/>
            <a:ext cx="4337475" cy="5143500"/>
            <a:chOff x="1" y="0"/>
            <a:chExt cx="4337475" cy="5143500"/>
          </a:xfrm>
        </p:grpSpPr>
        <p:cxnSp>
          <p:nvCxnSpPr>
            <p:cNvPr id="124" name="Google Shape;124;p20"/>
            <p:cNvCxnSpPr/>
            <p:nvPr/>
          </p:nvCxnSpPr>
          <p:spPr>
            <a:xfrm>
              <a:off x="1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" name="Google Shape;125;p20"/>
            <p:cNvCxnSpPr/>
            <p:nvPr/>
          </p:nvCxnSpPr>
          <p:spPr>
            <a:xfrm>
              <a:off x="48191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20"/>
            <p:cNvCxnSpPr/>
            <p:nvPr/>
          </p:nvCxnSpPr>
          <p:spPr>
            <a:xfrm>
              <a:off x="963830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20"/>
            <p:cNvCxnSpPr/>
            <p:nvPr/>
          </p:nvCxnSpPr>
          <p:spPr>
            <a:xfrm>
              <a:off x="144574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p20"/>
            <p:cNvCxnSpPr/>
            <p:nvPr/>
          </p:nvCxnSpPr>
          <p:spPr>
            <a:xfrm>
              <a:off x="192765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20"/>
            <p:cNvCxnSpPr/>
            <p:nvPr/>
          </p:nvCxnSpPr>
          <p:spPr>
            <a:xfrm>
              <a:off x="2409574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20"/>
            <p:cNvCxnSpPr/>
            <p:nvPr/>
          </p:nvCxnSpPr>
          <p:spPr>
            <a:xfrm>
              <a:off x="289156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p20"/>
            <p:cNvCxnSpPr/>
            <p:nvPr/>
          </p:nvCxnSpPr>
          <p:spPr>
            <a:xfrm>
              <a:off x="3373483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20"/>
            <p:cNvCxnSpPr/>
            <p:nvPr/>
          </p:nvCxnSpPr>
          <p:spPr>
            <a:xfrm>
              <a:off x="385548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20"/>
            <p:cNvCxnSpPr/>
            <p:nvPr/>
          </p:nvCxnSpPr>
          <p:spPr>
            <a:xfrm>
              <a:off x="4337476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3" type="title">
  <p:cSld name="TITLE">
    <p:bg>
      <p:bgPr>
        <a:solidFill>
          <a:srgbClr val="49369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/>
          <p:nvPr/>
        </p:nvSpPr>
        <p:spPr>
          <a:xfrm rot="10800000">
            <a:off x="281925" y="276250"/>
            <a:ext cx="8589000" cy="4599000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821003" y="3923105"/>
            <a:ext cx="58593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138" name="Google Shape;138;p21"/>
          <p:cNvCxnSpPr/>
          <p:nvPr/>
        </p:nvCxnSpPr>
        <p:spPr>
          <a:xfrm>
            <a:off x="550875" y="792575"/>
            <a:ext cx="8052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21"/>
          <p:cNvCxnSpPr/>
          <p:nvPr/>
        </p:nvCxnSpPr>
        <p:spPr>
          <a:xfrm>
            <a:off x="550875" y="4521775"/>
            <a:ext cx="80451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21"/>
          <p:cNvSpPr txBox="1"/>
          <p:nvPr>
            <p:ph type="title"/>
          </p:nvPr>
        </p:nvSpPr>
        <p:spPr>
          <a:xfrm>
            <a:off x="795524" y="2244455"/>
            <a:ext cx="6121800" cy="141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Montserrat SemiBold"/>
              <a:buNone/>
              <a:defRPr sz="5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6;p2" id="141" name="Google Shape;14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0874" y="466645"/>
            <a:ext cx="1112102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">
  <p:cSld name="CUSTOM_2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42;p5" id="146" name="Google Shape;146;p22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>
  <p:cSld name="BLANK_1_1_1_1_1_1">
    <p:bg>
      <p:bgPr>
        <a:solidFill>
          <a:srgbClr val="49369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" name="Google Shape;149;p23"/>
          <p:cNvCxnSpPr/>
          <p:nvPr/>
        </p:nvCxnSpPr>
        <p:spPr>
          <a:xfrm rot="10800000">
            <a:off x="-18925" y="353579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23"/>
          <p:cNvCxnSpPr/>
          <p:nvPr/>
        </p:nvCxnSpPr>
        <p:spPr>
          <a:xfrm rot="10800000">
            <a:off x="-18925" y="840643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23"/>
          <p:cNvCxnSpPr/>
          <p:nvPr/>
        </p:nvCxnSpPr>
        <p:spPr>
          <a:xfrm rot="10800000">
            <a:off x="-18925" y="1327706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23"/>
          <p:cNvCxnSpPr/>
          <p:nvPr/>
        </p:nvCxnSpPr>
        <p:spPr>
          <a:xfrm rot="10800000">
            <a:off x="-18925" y="1814717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23"/>
          <p:cNvCxnSpPr/>
          <p:nvPr/>
        </p:nvCxnSpPr>
        <p:spPr>
          <a:xfrm rot="10800000">
            <a:off x="-18925" y="2301781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4" name="Google Shape;154;p23"/>
          <p:cNvGrpSpPr/>
          <p:nvPr/>
        </p:nvGrpSpPr>
        <p:grpSpPr>
          <a:xfrm>
            <a:off x="-3524" y="-102"/>
            <a:ext cx="9156703" cy="5143500"/>
            <a:chOff x="1" y="0"/>
            <a:chExt cx="9156703" cy="5143500"/>
          </a:xfrm>
        </p:grpSpPr>
        <p:cxnSp>
          <p:nvCxnSpPr>
            <p:cNvPr id="155" name="Google Shape;155;p23"/>
            <p:cNvCxnSpPr/>
            <p:nvPr/>
          </p:nvCxnSpPr>
          <p:spPr>
            <a:xfrm>
              <a:off x="48191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23"/>
            <p:cNvCxnSpPr/>
            <p:nvPr/>
          </p:nvCxnSpPr>
          <p:spPr>
            <a:xfrm>
              <a:off x="963830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23"/>
            <p:cNvCxnSpPr/>
            <p:nvPr/>
          </p:nvCxnSpPr>
          <p:spPr>
            <a:xfrm>
              <a:off x="144574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23"/>
            <p:cNvCxnSpPr/>
            <p:nvPr/>
          </p:nvCxnSpPr>
          <p:spPr>
            <a:xfrm>
              <a:off x="192765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23"/>
            <p:cNvCxnSpPr/>
            <p:nvPr/>
          </p:nvCxnSpPr>
          <p:spPr>
            <a:xfrm>
              <a:off x="240957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23"/>
            <p:cNvCxnSpPr/>
            <p:nvPr/>
          </p:nvCxnSpPr>
          <p:spPr>
            <a:xfrm>
              <a:off x="289148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23"/>
            <p:cNvCxnSpPr/>
            <p:nvPr/>
          </p:nvCxnSpPr>
          <p:spPr>
            <a:xfrm>
              <a:off x="1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23"/>
            <p:cNvCxnSpPr/>
            <p:nvPr/>
          </p:nvCxnSpPr>
          <p:spPr>
            <a:xfrm>
              <a:off x="3373404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23"/>
            <p:cNvCxnSpPr/>
            <p:nvPr/>
          </p:nvCxnSpPr>
          <p:spPr>
            <a:xfrm>
              <a:off x="385531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23"/>
            <p:cNvCxnSpPr/>
            <p:nvPr/>
          </p:nvCxnSpPr>
          <p:spPr>
            <a:xfrm>
              <a:off x="4337233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23"/>
            <p:cNvCxnSpPr/>
            <p:nvPr/>
          </p:nvCxnSpPr>
          <p:spPr>
            <a:xfrm>
              <a:off x="4819148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23"/>
            <p:cNvCxnSpPr/>
            <p:nvPr/>
          </p:nvCxnSpPr>
          <p:spPr>
            <a:xfrm>
              <a:off x="5301063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23"/>
            <p:cNvCxnSpPr/>
            <p:nvPr/>
          </p:nvCxnSpPr>
          <p:spPr>
            <a:xfrm>
              <a:off x="5782978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23"/>
            <p:cNvCxnSpPr/>
            <p:nvPr/>
          </p:nvCxnSpPr>
          <p:spPr>
            <a:xfrm>
              <a:off x="6264892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" name="Google Shape;169;p23"/>
            <p:cNvCxnSpPr/>
            <p:nvPr/>
          </p:nvCxnSpPr>
          <p:spPr>
            <a:xfrm>
              <a:off x="6746807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" name="Google Shape;170;p23"/>
            <p:cNvCxnSpPr/>
            <p:nvPr/>
          </p:nvCxnSpPr>
          <p:spPr>
            <a:xfrm>
              <a:off x="7228802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23"/>
            <p:cNvCxnSpPr/>
            <p:nvPr/>
          </p:nvCxnSpPr>
          <p:spPr>
            <a:xfrm>
              <a:off x="7710717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23"/>
            <p:cNvCxnSpPr/>
            <p:nvPr/>
          </p:nvCxnSpPr>
          <p:spPr>
            <a:xfrm>
              <a:off x="8192722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73" name="Google Shape;173;p23"/>
            <p:cNvGrpSpPr/>
            <p:nvPr/>
          </p:nvGrpSpPr>
          <p:grpSpPr>
            <a:xfrm>
              <a:off x="8674709" y="0"/>
              <a:ext cx="481995" cy="5143500"/>
              <a:chOff x="1" y="0"/>
              <a:chExt cx="481995" cy="5143500"/>
            </a:xfrm>
          </p:grpSpPr>
          <p:cxnSp>
            <p:nvCxnSpPr>
              <p:cNvPr id="174" name="Google Shape;174;p23"/>
              <p:cNvCxnSpPr/>
              <p:nvPr/>
            </p:nvCxnSpPr>
            <p:spPr>
              <a:xfrm>
                <a:off x="1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5" name="Google Shape;175;p23"/>
              <p:cNvCxnSpPr/>
              <p:nvPr/>
            </p:nvCxnSpPr>
            <p:spPr>
              <a:xfrm>
                <a:off x="481996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76" name="Google Shape;176;p23"/>
          <p:cNvCxnSpPr/>
          <p:nvPr/>
        </p:nvCxnSpPr>
        <p:spPr>
          <a:xfrm rot="10800000">
            <a:off x="-18925" y="2788841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23"/>
          <p:cNvCxnSpPr/>
          <p:nvPr/>
        </p:nvCxnSpPr>
        <p:spPr>
          <a:xfrm rot="10800000">
            <a:off x="-18925" y="3275906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23"/>
          <p:cNvCxnSpPr/>
          <p:nvPr/>
        </p:nvCxnSpPr>
        <p:spPr>
          <a:xfrm rot="10800000">
            <a:off x="-18925" y="3762915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23"/>
          <p:cNvCxnSpPr/>
          <p:nvPr/>
        </p:nvCxnSpPr>
        <p:spPr>
          <a:xfrm rot="10800000">
            <a:off x="-18925" y="4249979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23"/>
          <p:cNvCxnSpPr/>
          <p:nvPr/>
        </p:nvCxnSpPr>
        <p:spPr>
          <a:xfrm rot="10800000">
            <a:off x="-18925" y="4736964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23"/>
          <p:cNvSpPr txBox="1"/>
          <p:nvPr>
            <p:ph type="title"/>
          </p:nvPr>
        </p:nvSpPr>
        <p:spPr>
          <a:xfrm>
            <a:off x="1437725" y="1326450"/>
            <a:ext cx="6258900" cy="1948200"/>
          </a:xfrm>
          <a:prstGeom prst="rect">
            <a:avLst/>
          </a:prstGeom>
          <a:solidFill>
            <a:srgbClr val="49369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82" name="Google Shape;182;p23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1_1_1_1_1">
  <p:cSld name="BLANK_1_1_1_1_1_1_1_1_1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4539824" y="1730491"/>
            <a:ext cx="4325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5" name="Google Shape;185;p24"/>
          <p:cNvSpPr txBox="1"/>
          <p:nvPr>
            <p:ph type="title"/>
          </p:nvPr>
        </p:nvSpPr>
        <p:spPr>
          <a:xfrm>
            <a:off x="277499" y="1059675"/>
            <a:ext cx="4294500" cy="28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Montserrat SemiBold"/>
              <a:buNone/>
              <a:defRPr sz="5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15;p9" id="186" name="Google Shape;186;p24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1">
  <p:cSld name="CUSTOM_11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/>
          <p:nvPr>
            <p:ph idx="2" type="pic"/>
          </p:nvPr>
        </p:nvSpPr>
        <p:spPr>
          <a:xfrm>
            <a:off x="277499" y="734599"/>
            <a:ext cx="1383900" cy="1660200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25"/>
          <p:cNvSpPr/>
          <p:nvPr>
            <p:ph idx="3" type="pic"/>
          </p:nvPr>
        </p:nvSpPr>
        <p:spPr>
          <a:xfrm>
            <a:off x="277499" y="2521174"/>
            <a:ext cx="1383900" cy="18792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25"/>
          <p:cNvSpPr/>
          <p:nvPr>
            <p:ph idx="4" type="pic"/>
          </p:nvPr>
        </p:nvSpPr>
        <p:spPr>
          <a:xfrm>
            <a:off x="1867633" y="850900"/>
            <a:ext cx="2589300" cy="34332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25"/>
          <p:cNvSpPr txBox="1"/>
          <p:nvPr>
            <p:ph type="title"/>
          </p:nvPr>
        </p:nvSpPr>
        <p:spPr>
          <a:xfrm>
            <a:off x="5778174" y="1800749"/>
            <a:ext cx="28206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25;p10" id="194" name="Google Shape;194;p25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5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">
  <p:cSld name="CUSTOM_12">
    <p:bg>
      <p:bgPr>
        <a:solidFill>
          <a:schemeClr val="accent2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4572000" y="2571750"/>
            <a:ext cx="35850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●"/>
              <a:defRPr>
                <a:solidFill>
                  <a:srgbClr val="49369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○"/>
              <a:defRPr>
                <a:solidFill>
                  <a:srgbClr val="49369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■"/>
              <a:defRPr>
                <a:solidFill>
                  <a:srgbClr val="49369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●"/>
              <a:defRPr>
                <a:solidFill>
                  <a:srgbClr val="49369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○"/>
              <a:defRPr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9" name="Google Shape;199;p26"/>
          <p:cNvSpPr txBox="1"/>
          <p:nvPr>
            <p:ph idx="2" type="body"/>
          </p:nvPr>
        </p:nvSpPr>
        <p:spPr>
          <a:xfrm>
            <a:off x="277499" y="2571741"/>
            <a:ext cx="35850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2.pngGoogle Shape;132;p11" id="200" name="Google Shape;200;p26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49" y="205150"/>
            <a:ext cx="888051" cy="2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_1">
  <p:cSld name="CUSTOM_12_1">
    <p:bg>
      <p:bgPr>
        <a:solidFill>
          <a:schemeClr val="accent2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277499" y="416249"/>
            <a:ext cx="36309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04" name="Google Shape;204;p27"/>
          <p:cNvSpPr txBox="1"/>
          <p:nvPr>
            <p:ph idx="1" type="body"/>
          </p:nvPr>
        </p:nvSpPr>
        <p:spPr>
          <a:xfrm>
            <a:off x="4839675" y="840449"/>
            <a:ext cx="37590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●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○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■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●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○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2.pngGoogle Shape;140;p12" id="205" name="Google Shape;205;p27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49" y="205150"/>
            <a:ext cx="888051" cy="25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.pngGoogle Shape;141;p12" id="206" name="Google Shape;20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0" y="610399"/>
            <a:ext cx="192001" cy="19200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7"/>
          <p:cNvSpPr txBox="1"/>
          <p:nvPr>
            <p:ph idx="2" type="body"/>
          </p:nvPr>
        </p:nvSpPr>
        <p:spPr>
          <a:xfrm>
            <a:off x="4839675" y="1845849"/>
            <a:ext cx="37590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44;p12" id="208" name="Google Shape;20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0" y="1615800"/>
            <a:ext cx="192001" cy="192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/>
          <p:nvPr>
            <p:ph idx="3" type="body"/>
          </p:nvPr>
        </p:nvSpPr>
        <p:spPr>
          <a:xfrm>
            <a:off x="4839675" y="2851249"/>
            <a:ext cx="37590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47;p12" id="210" name="Google Shape;21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0" y="2621200"/>
            <a:ext cx="192001" cy="192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 txBox="1"/>
          <p:nvPr>
            <p:ph idx="4" type="body"/>
          </p:nvPr>
        </p:nvSpPr>
        <p:spPr>
          <a:xfrm>
            <a:off x="4839675" y="3864850"/>
            <a:ext cx="37590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50;p12" id="212" name="Google Shape;21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0" y="3634799"/>
            <a:ext cx="192001" cy="192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27"/>
          <p:cNvCxnSpPr/>
          <p:nvPr/>
        </p:nvCxnSpPr>
        <p:spPr>
          <a:xfrm>
            <a:off x="4278051" y="287400"/>
            <a:ext cx="0" cy="457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27"/>
          <p:cNvSpPr txBox="1"/>
          <p:nvPr>
            <p:ph idx="5" type="body"/>
          </p:nvPr>
        </p:nvSpPr>
        <p:spPr>
          <a:xfrm>
            <a:off x="277499" y="1061865"/>
            <a:ext cx="34287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15" name="Google Shape;215;p27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3">
  <p:cSld name="CUSTOM_13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/>
        </p:nvSpPr>
        <p:spPr>
          <a:xfrm>
            <a:off x="277499" y="1934926"/>
            <a:ext cx="830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6300"/>
              <a:buFont typeface="Work Sans"/>
              <a:buNone/>
            </a:pPr>
            <a:r>
              <a:rPr b="1" i="0" lang="en" sz="63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/>
          </a:p>
        </p:txBody>
      </p:sp>
      <p:sp>
        <p:nvSpPr>
          <p:cNvPr id="218" name="Google Shape;218;p28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19" name="Google Shape;219;p28"/>
          <p:cNvSpPr txBox="1"/>
          <p:nvPr>
            <p:ph idx="1" type="body"/>
          </p:nvPr>
        </p:nvSpPr>
        <p:spPr>
          <a:xfrm>
            <a:off x="545225" y="3722999"/>
            <a:ext cx="3550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0" name="Google Shape;220;p28"/>
          <p:cNvSpPr txBox="1"/>
          <p:nvPr>
            <p:ph idx="2" type="body"/>
          </p:nvPr>
        </p:nvSpPr>
        <p:spPr>
          <a:xfrm>
            <a:off x="545225" y="2315324"/>
            <a:ext cx="35505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1" name="Google Shape;221;p28"/>
          <p:cNvSpPr txBox="1"/>
          <p:nvPr/>
        </p:nvSpPr>
        <p:spPr>
          <a:xfrm>
            <a:off x="4309293" y="1934926"/>
            <a:ext cx="830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6300"/>
              <a:buFont typeface="Work Sans"/>
              <a:buNone/>
            </a:pPr>
            <a:r>
              <a:rPr b="1" i="0" lang="en" sz="63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/>
          </a:p>
        </p:txBody>
      </p:sp>
      <p:sp>
        <p:nvSpPr>
          <p:cNvPr id="222" name="Google Shape;222;p28"/>
          <p:cNvSpPr txBox="1"/>
          <p:nvPr>
            <p:ph idx="3" type="body"/>
          </p:nvPr>
        </p:nvSpPr>
        <p:spPr>
          <a:xfrm>
            <a:off x="4577017" y="2315324"/>
            <a:ext cx="35505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64;p13" id="223" name="Google Shape;223;p28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8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5">
  <p:cSld name="CUSTOM_15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Montserrat SemiBold"/>
              <a:buNone/>
              <a:defRPr sz="2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27" name="Google Shape;227;p29"/>
          <p:cNvSpPr/>
          <p:nvPr>
            <p:ph idx="2" type="pic"/>
          </p:nvPr>
        </p:nvSpPr>
        <p:spPr>
          <a:xfrm>
            <a:off x="4572000" y="526825"/>
            <a:ext cx="4026900" cy="43332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29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69;p14" id="229" name="Google Shape;229;p29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9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7_1">
  <p:cSld name="CUSTOM_17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idx="1" type="body"/>
          </p:nvPr>
        </p:nvSpPr>
        <p:spPr>
          <a:xfrm>
            <a:off x="277499" y="3324652"/>
            <a:ext cx="1759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3" name="Google Shape;233;p30"/>
          <p:cNvSpPr/>
          <p:nvPr>
            <p:ph idx="2" type="pic"/>
          </p:nvPr>
        </p:nvSpPr>
        <p:spPr>
          <a:xfrm>
            <a:off x="289099" y="1336780"/>
            <a:ext cx="1751100" cy="17730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30"/>
          <p:cNvSpPr/>
          <p:nvPr>
            <p:ph idx="3" type="pic"/>
          </p:nvPr>
        </p:nvSpPr>
        <p:spPr>
          <a:xfrm>
            <a:off x="2167688" y="1336780"/>
            <a:ext cx="1751100" cy="17730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0"/>
          <p:cNvSpPr/>
          <p:nvPr>
            <p:ph idx="4" type="pic"/>
          </p:nvPr>
        </p:nvSpPr>
        <p:spPr>
          <a:xfrm>
            <a:off x="4046275" y="1336780"/>
            <a:ext cx="1751100" cy="17730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30"/>
          <p:cNvSpPr/>
          <p:nvPr>
            <p:ph idx="5" type="pic"/>
          </p:nvPr>
        </p:nvSpPr>
        <p:spPr>
          <a:xfrm>
            <a:off x="5912713" y="1336780"/>
            <a:ext cx="1751100" cy="1773000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30"/>
          <p:cNvSpPr txBox="1"/>
          <p:nvPr>
            <p:ph idx="6" type="body"/>
          </p:nvPr>
        </p:nvSpPr>
        <p:spPr>
          <a:xfrm>
            <a:off x="277499" y="3660092"/>
            <a:ext cx="175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8" name="Google Shape;238;p30"/>
          <p:cNvSpPr txBox="1"/>
          <p:nvPr>
            <p:ph idx="7" type="body"/>
          </p:nvPr>
        </p:nvSpPr>
        <p:spPr>
          <a:xfrm>
            <a:off x="2163638" y="3660092"/>
            <a:ext cx="175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9" name="Google Shape;239;p30"/>
          <p:cNvSpPr txBox="1"/>
          <p:nvPr>
            <p:ph idx="8" type="body"/>
          </p:nvPr>
        </p:nvSpPr>
        <p:spPr>
          <a:xfrm>
            <a:off x="4049776" y="3660092"/>
            <a:ext cx="175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0" name="Google Shape;240;p30"/>
          <p:cNvSpPr txBox="1"/>
          <p:nvPr>
            <p:ph idx="9" type="body"/>
          </p:nvPr>
        </p:nvSpPr>
        <p:spPr>
          <a:xfrm>
            <a:off x="5900113" y="3660092"/>
            <a:ext cx="175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1" name="Google Shape;241;p30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87;p15" id="242" name="Google Shape;242;p30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0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/>
          <p:nvPr>
            <p:ph idx="2" type="pic"/>
          </p:nvPr>
        </p:nvSpPr>
        <p:spPr>
          <a:xfrm>
            <a:off x="277499" y="1170424"/>
            <a:ext cx="8589000" cy="36897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31"/>
          <p:cNvSpPr txBox="1"/>
          <p:nvPr>
            <p:ph type="title"/>
          </p:nvPr>
        </p:nvSpPr>
        <p:spPr>
          <a:xfrm>
            <a:off x="545225" y="277499"/>
            <a:ext cx="80535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47" name="Google Shape;247;p31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_1">
  <p:cSld name="CUSTOM_21_1_1_1_1">
    <p:bg>
      <p:bgPr>
        <a:solidFill>
          <a:srgbClr val="49369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/>
          <p:nvPr/>
        </p:nvSpPr>
        <p:spPr>
          <a:xfrm>
            <a:off x="163549" y="153950"/>
            <a:ext cx="8803500" cy="4820100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2"/>
          <p:cNvSpPr txBox="1"/>
          <p:nvPr>
            <p:ph type="title"/>
          </p:nvPr>
        </p:nvSpPr>
        <p:spPr>
          <a:xfrm>
            <a:off x="457200" y="408397"/>
            <a:ext cx="81417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51" name="Google Shape;251;p32"/>
          <p:cNvSpPr/>
          <p:nvPr/>
        </p:nvSpPr>
        <p:spPr>
          <a:xfrm>
            <a:off x="7583124" y="4744075"/>
            <a:ext cx="1560900" cy="399600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2"/>
          <p:cNvSpPr txBox="1"/>
          <p:nvPr>
            <p:ph idx="1" type="body"/>
          </p:nvPr>
        </p:nvSpPr>
        <p:spPr>
          <a:xfrm>
            <a:off x="457200" y="927799"/>
            <a:ext cx="3832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97;p17" id="253" name="Google Shape;253;p32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7761816" y="4819961"/>
            <a:ext cx="852438" cy="19199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 txBox="1"/>
          <p:nvPr>
            <p:ph idx="2" type="body"/>
          </p:nvPr>
        </p:nvSpPr>
        <p:spPr>
          <a:xfrm>
            <a:off x="457200" y="1652299"/>
            <a:ext cx="4115100" cy="19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5" name="Google Shape;255;p32"/>
          <p:cNvSpPr txBox="1"/>
          <p:nvPr>
            <p:ph idx="12" type="sldNum"/>
          </p:nvPr>
        </p:nvSpPr>
        <p:spPr>
          <a:xfrm>
            <a:off x="8826138" y="4853987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erence A">
  <p:cSld name="Conference A">
    <p:bg>
      <p:bgPr>
        <a:solidFill>
          <a:srgbClr val="49369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/>
          <p:nvPr/>
        </p:nvSpPr>
        <p:spPr>
          <a:xfrm>
            <a:off x="163550" y="153950"/>
            <a:ext cx="8803500" cy="4820100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3"/>
          <p:cNvSpPr txBox="1"/>
          <p:nvPr>
            <p:ph type="title"/>
          </p:nvPr>
        </p:nvSpPr>
        <p:spPr>
          <a:xfrm>
            <a:off x="457200" y="408396"/>
            <a:ext cx="81417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59" name="Google Shape;259;p33"/>
          <p:cNvSpPr/>
          <p:nvPr/>
        </p:nvSpPr>
        <p:spPr>
          <a:xfrm>
            <a:off x="7583124" y="4744074"/>
            <a:ext cx="1560900" cy="399600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3"/>
          <p:cNvSpPr txBox="1"/>
          <p:nvPr>
            <p:ph idx="1" type="body"/>
          </p:nvPr>
        </p:nvSpPr>
        <p:spPr>
          <a:xfrm>
            <a:off x="457200" y="927800"/>
            <a:ext cx="3832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97;p17" id="261" name="Google Shape;261;p33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7761815" y="4819962"/>
            <a:ext cx="852448" cy="191992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3"/>
          <p:cNvSpPr txBox="1"/>
          <p:nvPr>
            <p:ph idx="2" type="body"/>
          </p:nvPr>
        </p:nvSpPr>
        <p:spPr>
          <a:xfrm>
            <a:off x="457200" y="1652300"/>
            <a:ext cx="4115100" cy="19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idx="12" type="sldNum"/>
          </p:nvPr>
        </p:nvSpPr>
        <p:spPr>
          <a:xfrm>
            <a:off x="8826138" y="4853987"/>
            <a:ext cx="126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797" lvl="0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797" lvl="1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797" lvl="2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797" lvl="3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797" lvl="4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797" lvl="5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797" lvl="6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797" lvl="7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797" lvl="8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797" lvl="0" marL="50797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idx="12" type="sldNum"/>
          </p:nvPr>
        </p:nvSpPr>
        <p:spPr>
          <a:xfrm>
            <a:off x="8755643" y="4749851"/>
            <a:ext cx="34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32.xml"/><Relationship Id="rId6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545225" y="277499"/>
            <a:ext cx="80535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457200" y="1200150"/>
            <a:ext cx="8229600" cy="3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>
            <p:ph type="title"/>
          </p:nvPr>
        </p:nvSpPr>
        <p:spPr>
          <a:xfrm>
            <a:off x="606100" y="445075"/>
            <a:ext cx="59853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</a:pPr>
            <a:r>
              <a:rPr b="1" lang="en"/>
              <a:t>Results</a:t>
            </a:r>
            <a:endParaRPr/>
          </a:p>
        </p:txBody>
      </p:sp>
      <p:sp>
        <p:nvSpPr>
          <p:cNvPr id="271" name="Google Shape;271;p35"/>
          <p:cNvSpPr txBox="1"/>
          <p:nvPr/>
        </p:nvSpPr>
        <p:spPr>
          <a:xfrm>
            <a:off x="688706" y="2508449"/>
            <a:ext cx="20889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 SemiBold"/>
              <a:buNone/>
            </a:pPr>
            <a:r>
              <a:rPr b="1" lang="en" sz="5225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{{train_acc}}</a:t>
            </a:r>
            <a:endParaRPr b="1" sz="5225">
              <a:solidFill>
                <a:srgbClr val="A896F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2" name="Google Shape;272;p35"/>
          <p:cNvSpPr txBox="1"/>
          <p:nvPr/>
        </p:nvSpPr>
        <p:spPr>
          <a:xfrm>
            <a:off x="688706" y="3440305"/>
            <a:ext cx="24681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96F0"/>
              </a:buClr>
              <a:buSzPts val="1745"/>
              <a:buFont typeface="Montserrat SemiBold"/>
              <a:buNone/>
            </a:pPr>
            <a:r>
              <a:rPr b="1" lang="en" sz="1746">
                <a:solidFill>
                  <a:srgbClr val="A896F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Training Accuracy</a:t>
            </a:r>
            <a:endParaRPr b="1" i="0" sz="1746" u="none" cap="none" strike="noStrike">
              <a:solidFill>
                <a:srgbClr val="A896F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3" name="Google Shape;273;p35"/>
          <p:cNvSpPr txBox="1"/>
          <p:nvPr/>
        </p:nvSpPr>
        <p:spPr>
          <a:xfrm>
            <a:off x="3528419" y="2516916"/>
            <a:ext cx="20889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 fontScale="7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Montserrat SemiBold"/>
              <a:buNone/>
            </a:pPr>
            <a:r>
              <a:rPr b="1" lang="en" sz="5225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{{train_imgs}}</a:t>
            </a:r>
            <a:endParaRPr b="0" i="0" sz="1400" u="none" cap="none" strike="noStrike">
              <a:solidFill>
                <a:srgbClr val="A896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5"/>
          <p:cNvSpPr txBox="1"/>
          <p:nvPr/>
        </p:nvSpPr>
        <p:spPr>
          <a:xfrm>
            <a:off x="3528419" y="3440305"/>
            <a:ext cx="24681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96F0"/>
              </a:buClr>
              <a:buSzPts val="1745"/>
              <a:buFont typeface="Montserrat SemiBold"/>
              <a:buNone/>
            </a:pPr>
            <a:r>
              <a:rPr b="1" lang="en" sz="1746">
                <a:solidFill>
                  <a:srgbClr val="A896F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Training Images</a:t>
            </a:r>
            <a:endParaRPr/>
          </a:p>
        </p:txBody>
      </p:sp>
      <p:sp>
        <p:nvSpPr>
          <p:cNvPr id="275" name="Google Shape;275;p35"/>
          <p:cNvSpPr txBox="1"/>
          <p:nvPr/>
        </p:nvSpPr>
        <p:spPr>
          <a:xfrm>
            <a:off x="6368131" y="2516916"/>
            <a:ext cx="20889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 fontScale="47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Montserrat SemiBold"/>
              <a:buNone/>
            </a:pPr>
            <a:r>
              <a:rPr b="1" lang="en" sz="5225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{{deployment_time}}</a:t>
            </a:r>
            <a:endParaRPr b="1" i="0" sz="5225" u="none" cap="none" strike="noStrike">
              <a:solidFill>
                <a:schemeClr val="accent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6" name="Google Shape;276;p35"/>
          <p:cNvSpPr txBox="1"/>
          <p:nvPr/>
        </p:nvSpPr>
        <p:spPr>
          <a:xfrm>
            <a:off x="6368131" y="3440305"/>
            <a:ext cx="24681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96F0"/>
              </a:buClr>
              <a:buSzPts val="1745"/>
              <a:buFont typeface="Montserrat SemiBold"/>
              <a:buNone/>
            </a:pPr>
            <a:r>
              <a:rPr b="1" lang="en" sz="1746">
                <a:solidFill>
                  <a:srgbClr val="A896F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Deployment Time</a:t>
            </a:r>
            <a:endParaRPr/>
          </a:p>
        </p:txBody>
      </p:sp>
      <p:pic>
        <p:nvPicPr>
          <p:cNvPr descr="Logo-white.pngGoogle Shape;16;p2" id="277" name="Google Shape;27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141" y="415845"/>
            <a:ext cx="1112101" cy="20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verview Deck">
  <a:themeElements>
    <a:clrScheme name="Overview Deck">
      <a:dk1>
        <a:srgbClr val="493691"/>
      </a:dk1>
      <a:lt1>
        <a:srgbClr val="FAF9FE"/>
      </a:lt1>
      <a:dk2>
        <a:srgbClr val="A7A7A7"/>
      </a:dk2>
      <a:lt2>
        <a:srgbClr val="535353"/>
      </a:lt2>
      <a:accent1>
        <a:srgbClr val="AF9EF3"/>
      </a:accent1>
      <a:accent2>
        <a:srgbClr val="FAF9FE"/>
      </a:accent2>
      <a:accent3>
        <a:srgbClr val="532EE3"/>
      </a:accent3>
      <a:accent4>
        <a:srgbClr val="4B465E"/>
      </a:accent4>
      <a:accent5>
        <a:srgbClr val="2E1A7F"/>
      </a:accent5>
      <a:accent6>
        <a:srgbClr val="56C194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