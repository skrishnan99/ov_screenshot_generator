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4f30bdf0_17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d4f30bdf0_17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102" name="Google Shape;102;g3dd4f30bdf0_17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3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/>
          <p:nvPr/>
        </p:nvSpPr>
        <p:spPr>
          <a:xfrm>
            <a:off x="676275" y="381000"/>
            <a:ext cx="789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Step {{ step_no }}: Setup </a:t>
            </a: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Segmenter</a:t>
            </a: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inspection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58950" y="223000"/>
            <a:ext cx="356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7"/>
          <p:cNvSpPr txBox="1"/>
          <p:nvPr/>
        </p:nvSpPr>
        <p:spPr>
          <a:xfrm>
            <a:off x="5762126" y="2601775"/>
            <a:ext cx="329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{{ setup_text }}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{{ setup_screenshot }}" id="108" name="Google Shape;1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725" y="1581182"/>
            <a:ext cx="5007072" cy="2872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