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Proxima Nova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font" Target="fonts/ProximaNov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roximaNova-regular.fntdata"/><Relationship Id="rId8" Type="http://schemas.openxmlformats.org/officeDocument/2006/relationships/font" Target="fonts/ProximaNov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d3ca07917_0_15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dd3ca07917_0_15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900"/>
          </a:p>
        </p:txBody>
      </p:sp>
      <p:sp>
        <p:nvSpPr>
          <p:cNvPr id="55" name="Google Shape;55;g3dd3ca07917_0_15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25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" name="Google Shape;5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1025" y="514350"/>
            <a:ext cx="4752975" cy="46291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/>
          <p:nvPr/>
        </p:nvSpPr>
        <p:spPr>
          <a:xfrm>
            <a:off x="495300" y="2248875"/>
            <a:ext cx="6750300" cy="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9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Configuring OV80i</a:t>
            </a:r>
            <a:endParaRPr sz="700"/>
          </a:p>
          <a:p>
            <a:pPr indent="0" lvl="0" marL="0" marR="0" rtl="0" algn="l">
              <a:lnSpc>
                <a:spcPct val="12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7F60F9"/>
                </a:solidFill>
                <a:latin typeface="Proxima Nova"/>
                <a:ea typeface="Proxima Nova"/>
                <a:cs typeface="Proxima Nova"/>
                <a:sym typeface="Proxima Nova"/>
              </a:rPr>
              <a:t>Power of a vision system, ease-of-use of a vision sensor.</a:t>
            </a:r>
            <a:endParaRPr b="1" i="0" sz="2000" u="none" cap="none" strike="noStrike">
              <a:solidFill>
                <a:srgbClr val="7F60F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2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7F60F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556784" y="4749851"/>
            <a:ext cx="548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black and white logo  Description automatically generated" id="60" name="Google Shape;6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060" y="235583"/>
            <a:ext cx="3382268" cy="631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