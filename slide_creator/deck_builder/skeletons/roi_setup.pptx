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15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15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15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78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{{ step_no }}: Setup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Inspection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Regions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5762126" y="2601775"/>
            <a:ext cx="32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{{ setup_text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{ setup_screenshot }}" id="108" name="Google Shape;1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5" y="1581182"/>
            <a:ext cx="5007072" cy="287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