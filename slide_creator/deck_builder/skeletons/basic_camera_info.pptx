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ProximaNova-boldItalic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14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3ca07917_0_10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3ca07917_0_10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5" name="Google Shape;55;g3dd3ca07917_0_10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676275" y="188200"/>
            <a:ext cx="321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OV80i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676275" y="731125"/>
            <a:ext cx="8345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" sz="17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Designed for 10x Faster Installs. The truly all-in-one Deep Learning AI Vision System. </a:t>
            </a:r>
            <a:endParaRPr b="1" i="0" sz="1700" u="none" cap="none" strike="noStrike">
              <a:solidFill>
                <a:srgbClr val="532EE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225226" y="1425084"/>
            <a:ext cx="512700" cy="512700"/>
          </a:xfrm>
          <a:prstGeom prst="ellipse">
            <a:avLst/>
          </a:prstGeom>
          <a:solidFill>
            <a:srgbClr val="4316C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" name="Google Shape;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4185" y="1595851"/>
            <a:ext cx="211847" cy="18451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3874435" y="1471133"/>
            <a:ext cx="19470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Imaging</a:t>
            </a:r>
            <a:endParaRPr b="0" i="0" sz="14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8.3MP Color</a:t>
            </a:r>
            <a:endParaRPr b="0" i="0" sz="14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225226" y="2546005"/>
            <a:ext cx="512700" cy="512700"/>
          </a:xfrm>
          <a:prstGeom prst="ellipse">
            <a:avLst/>
          </a:prstGeom>
          <a:solidFill>
            <a:srgbClr val="4316C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" name="Google Shape;6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0293" y="2700152"/>
            <a:ext cx="225514" cy="21184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3874438" y="2592050"/>
            <a:ext cx="20523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Powerful Computing </a:t>
            </a:r>
            <a:endParaRPr b="0" i="0" sz="14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032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Montserrat"/>
              <a:buChar char="-"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Onboard Nvidia GPU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986070" y="1425084"/>
            <a:ext cx="512700" cy="512700"/>
          </a:xfrm>
          <a:prstGeom prst="ellipse">
            <a:avLst/>
          </a:prstGeom>
          <a:solidFill>
            <a:srgbClr val="4316C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" name="Google Shape;6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4147" y="1573225"/>
            <a:ext cx="218681" cy="21868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6635275" y="1333209"/>
            <a:ext cx="20523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On-board Library and Root-Cause Analysis Tool (Haystack)</a:t>
            </a:r>
            <a:endParaRPr b="0" i="0" sz="14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986070" y="2546005"/>
            <a:ext cx="512700" cy="512700"/>
          </a:xfrm>
          <a:prstGeom prst="ellipse">
            <a:avLst/>
          </a:prstGeom>
          <a:solidFill>
            <a:srgbClr val="4316C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1158" y="2697151"/>
            <a:ext cx="225514" cy="21184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6635275" y="2592043"/>
            <a:ext cx="19470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Montserrat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No software download needed</a:t>
            </a:r>
            <a:endParaRPr b="0" i="0" sz="14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76275" y="3762875"/>
            <a:ext cx="80112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Industry Leading Accuracy. Built on reliable, proven hardware. No software downloads or special computer requirements.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 </a:t>
            </a:r>
            <a:r>
              <a:rPr b="0" i="1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Easy setup</a:t>
            </a: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fast ramp-up for engineers and technicians.  Rapid troubleshooting and maintenance.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10160" y="4604804"/>
            <a:ext cx="554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 software licenses, no recurring fees.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microscope with a round object  Description automatically generated" id="75" name="Google Shape;75;p14"/>
          <p:cNvPicPr preferRelativeResize="0"/>
          <p:nvPr/>
        </p:nvPicPr>
        <p:blipFill rotWithShape="1">
          <a:blip r:embed="rId8">
            <a:alphaModFix/>
          </a:blip>
          <a:srcRect b="186" l="0" r="-2491" t="-3717"/>
          <a:stretch/>
        </p:blipFill>
        <p:spPr>
          <a:xfrm>
            <a:off x="1198718" y="1109029"/>
            <a:ext cx="1296881" cy="244728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