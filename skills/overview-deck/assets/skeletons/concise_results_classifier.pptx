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7"/>
  </p:sldMasterIdLst>
  <p:sldIdLst>
    <p:sldId id="256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Master" Target="slideMasters/slideMaster2.xml"/><Relationship Id="rId8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">
  <p:cSld name="BLANK_1_1_1">
    <p:bg>
      <p:bgPr>
        <a:solidFill>
          <a:srgbClr val="49369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375889" y="368323"/>
            <a:ext cx="11451714" cy="6131847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3464545" y="4657317"/>
            <a:ext cx="7980200" cy="1326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333"/>
              <a:buFont typeface="Montserrat SemiBold"/>
              <a:buNone/>
              <a:defRPr sz="5333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 type="tx">
  <p:cSld name="TITLE_AND_BODY">
    <p:bg>
      <p:bgPr>
        <a:solidFill>
          <a:srgbClr val="49369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379790" y="1883053"/>
            <a:ext cx="5225469" cy="301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/>
        </p:nvSpPr>
        <p:spPr>
          <a:xfrm>
            <a:off x="6108981" y="0"/>
            <a:ext cx="6082648" cy="6857828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69" name="Google Shape;69;p16"/>
          <p:cNvCxnSpPr/>
          <p:nvPr/>
        </p:nvCxnSpPr>
        <p:spPr>
          <a:xfrm rot="10800000">
            <a:off x="6113895" y="177022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6"/>
          <p:cNvCxnSpPr/>
          <p:nvPr/>
        </p:nvCxnSpPr>
        <p:spPr>
          <a:xfrm rot="10800000">
            <a:off x="6113895" y="241955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6"/>
          <p:cNvCxnSpPr/>
          <p:nvPr/>
        </p:nvCxnSpPr>
        <p:spPr>
          <a:xfrm rot="10800000">
            <a:off x="6113895" y="30689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6"/>
          <p:cNvCxnSpPr/>
          <p:nvPr/>
        </p:nvCxnSpPr>
        <p:spPr>
          <a:xfrm rot="10800000">
            <a:off x="6113895" y="37183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6"/>
          <p:cNvCxnSpPr/>
          <p:nvPr/>
        </p:nvCxnSpPr>
        <p:spPr>
          <a:xfrm rot="10800000">
            <a:off x="6113895" y="4367767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6"/>
          <p:cNvCxnSpPr/>
          <p:nvPr/>
        </p:nvCxnSpPr>
        <p:spPr>
          <a:xfrm rot="10800000">
            <a:off x="6113895" y="501709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6"/>
          <p:cNvCxnSpPr/>
          <p:nvPr/>
        </p:nvCxnSpPr>
        <p:spPr>
          <a:xfrm rot="10800000">
            <a:off x="6113895" y="566650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6"/>
          <p:cNvCxnSpPr/>
          <p:nvPr/>
        </p:nvCxnSpPr>
        <p:spPr>
          <a:xfrm rot="10800000">
            <a:off x="6113895" y="6315803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6"/>
          <p:cNvCxnSpPr/>
          <p:nvPr/>
        </p:nvCxnSpPr>
        <p:spPr>
          <a:xfrm rot="10800000">
            <a:off x="6113895" y="471416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16"/>
          <p:cNvCxnSpPr/>
          <p:nvPr/>
        </p:nvCxnSpPr>
        <p:spPr>
          <a:xfrm rot="10800000">
            <a:off x="6113895" y="1120820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9" name="Google Shape;79;p16"/>
          <p:cNvGrpSpPr/>
          <p:nvPr/>
        </p:nvGrpSpPr>
        <p:grpSpPr>
          <a:xfrm>
            <a:off x="6115352" y="-136"/>
            <a:ext cx="5783155" cy="6857828"/>
            <a:chOff x="1" y="0"/>
            <a:chExt cx="5783155" cy="6857828"/>
          </a:xfrm>
        </p:grpSpPr>
        <p:cxnSp>
          <p:nvCxnSpPr>
            <p:cNvPr id="80" name="Google Shape;80;p16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" name="Google Shape;81;p16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16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16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" name="Google Shape;84;p16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" name="Google Shape;85;p16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" name="Google Shape;86;p16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16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" name="Google Shape;88;p16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16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/>
          <p:nvPr>
            <p:ph idx="2" type="pic"/>
          </p:nvPr>
        </p:nvSpPr>
        <p:spPr>
          <a:xfrm>
            <a:off x="369989" y="979441"/>
            <a:ext cx="1845154" cy="2213545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25"/>
          <p:cNvSpPr/>
          <p:nvPr>
            <p:ph idx="3" type="pic"/>
          </p:nvPr>
        </p:nvSpPr>
        <p:spPr>
          <a:xfrm>
            <a:off x="369989" y="3361481"/>
            <a:ext cx="1845154" cy="2505537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25"/>
          <p:cNvSpPr/>
          <p:nvPr>
            <p:ph idx="4" type="pic"/>
          </p:nvPr>
        </p:nvSpPr>
        <p:spPr>
          <a:xfrm>
            <a:off x="2490115" y="1134505"/>
            <a:ext cx="3452314" cy="4577485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5"/>
          <p:cNvSpPr txBox="1"/>
          <p:nvPr>
            <p:ph type="title"/>
          </p:nvPr>
        </p:nvSpPr>
        <p:spPr>
          <a:xfrm>
            <a:off x="7704039" y="2400939"/>
            <a:ext cx="3760706" cy="136476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25;p10" id="194" name="Google Shape;194;p25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accent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6095847" y="3428914"/>
            <a:ext cx="4779880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●"/>
              <a:defRPr>
                <a:solidFill>
                  <a:srgbClr val="49369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○"/>
              <a:defRPr>
                <a:solidFill>
                  <a:srgbClr val="49369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■"/>
              <a:defRPr>
                <a:solidFill>
                  <a:srgbClr val="49369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●"/>
              <a:defRPr>
                <a:solidFill>
                  <a:srgbClr val="49369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○"/>
              <a:defRPr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99" name="Google Shape;199;p26"/>
          <p:cNvSpPr txBox="1"/>
          <p:nvPr>
            <p:ph idx="2" type="body"/>
          </p:nvPr>
        </p:nvSpPr>
        <p:spPr>
          <a:xfrm>
            <a:off x="369989" y="3428902"/>
            <a:ext cx="4779880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2.pngGoogle Shape;132;p11" id="200" name="Google Shape;200;p26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_1">
  <p:cSld name="CUSTOM_12_1">
    <p:bg>
      <p:bgPr>
        <a:solidFill>
          <a:schemeClr val="accent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369989" y="554985"/>
            <a:ext cx="4841079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6452739" y="1120571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■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2.pngGoogle Shape;140;p12" id="205" name="Google Shape;205;p27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.pngGoogle Shape;141;p12" id="206" name="Google Shape;2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813845"/>
            <a:ext cx="255995" cy="25599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 txBox="1"/>
          <p:nvPr>
            <p:ph idx="2" type="body"/>
          </p:nvPr>
        </p:nvSpPr>
        <p:spPr>
          <a:xfrm>
            <a:off x="6452739" y="2461070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44;p12" id="208" name="Google Shape;2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2154346"/>
            <a:ext cx="255995" cy="25599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>
            <p:ph idx="3" type="body"/>
          </p:nvPr>
        </p:nvSpPr>
        <p:spPr>
          <a:xfrm>
            <a:off x="6452739" y="3801570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47;p12" id="210" name="Google Shape;2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3494846"/>
            <a:ext cx="255995" cy="25599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>
            <p:ph idx="4" type="body"/>
          </p:nvPr>
        </p:nvSpPr>
        <p:spPr>
          <a:xfrm>
            <a:off x="6452739" y="5153004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50;p12" id="212" name="Google Shape;2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4846277"/>
            <a:ext cx="255995" cy="2559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27"/>
          <p:cNvCxnSpPr/>
          <p:nvPr/>
        </p:nvCxnSpPr>
        <p:spPr>
          <a:xfrm>
            <a:off x="5703925" y="383190"/>
            <a:ext cx="0" cy="609784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27"/>
          <p:cNvSpPr txBox="1"/>
          <p:nvPr>
            <p:ph idx="5" type="body"/>
          </p:nvPr>
        </p:nvSpPr>
        <p:spPr>
          <a:xfrm>
            <a:off x="369989" y="1415785"/>
            <a:ext cx="4571486" cy="268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/>
        </p:nvSpPr>
        <p:spPr>
          <a:xfrm>
            <a:off x="369989" y="2579837"/>
            <a:ext cx="1106772" cy="153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400"/>
              <a:buFont typeface="Work Sans"/>
              <a:buNone/>
            </a:pPr>
            <a:r>
              <a:rPr b="1" i="0" lang="en" sz="84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726948" y="4963874"/>
            <a:ext cx="4733882" cy="14223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0" name="Google Shape;220;p28"/>
          <p:cNvSpPr txBox="1"/>
          <p:nvPr>
            <p:ph idx="2" type="body"/>
          </p:nvPr>
        </p:nvSpPr>
        <p:spPr>
          <a:xfrm>
            <a:off x="726948" y="3087021"/>
            <a:ext cx="4733882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1" name="Google Shape;221;p28"/>
          <p:cNvSpPr txBox="1"/>
          <p:nvPr/>
        </p:nvSpPr>
        <p:spPr>
          <a:xfrm>
            <a:off x="5745580" y="2579837"/>
            <a:ext cx="1106772" cy="153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400"/>
              <a:buFont typeface="Work Sans"/>
              <a:buNone/>
            </a:pPr>
            <a:r>
              <a:rPr b="1" i="0" lang="en" sz="84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22" name="Google Shape;222;p28"/>
          <p:cNvSpPr txBox="1"/>
          <p:nvPr>
            <p:ph idx="3" type="body"/>
          </p:nvPr>
        </p:nvSpPr>
        <p:spPr>
          <a:xfrm>
            <a:off x="6102537" y="3087021"/>
            <a:ext cx="4733882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64;p13" id="223" name="Google Shape;223;p28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7095722" y="674783"/>
            <a:ext cx="4725882" cy="7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67"/>
              <a:buFont typeface="Montserrat SemiBold"/>
              <a:buNone/>
              <a:defRPr sz="2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27" name="Google Shape;227;p29"/>
          <p:cNvSpPr/>
          <p:nvPr>
            <p:ph idx="2" type="pic"/>
          </p:nvPr>
        </p:nvSpPr>
        <p:spPr>
          <a:xfrm>
            <a:off x="6095847" y="702416"/>
            <a:ext cx="5369066" cy="5777455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69;p14" id="229" name="Google Shape;229;p29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_1">
  <p:cSld name="CUSTOM_17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idx="1" type="body"/>
          </p:nvPr>
        </p:nvSpPr>
        <p:spPr>
          <a:xfrm>
            <a:off x="369989" y="4432758"/>
            <a:ext cx="2345541" cy="3867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3" name="Google Shape;233;p30"/>
          <p:cNvSpPr/>
          <p:nvPr>
            <p:ph idx="2" type="pic"/>
          </p:nvPr>
        </p:nvSpPr>
        <p:spPr>
          <a:xfrm>
            <a:off x="385456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0"/>
          <p:cNvSpPr/>
          <p:nvPr>
            <p:ph idx="3" type="pic"/>
          </p:nvPr>
        </p:nvSpPr>
        <p:spPr>
          <a:xfrm>
            <a:off x="2890178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0"/>
          <p:cNvSpPr/>
          <p:nvPr>
            <p:ph idx="4" type="pic"/>
          </p:nvPr>
        </p:nvSpPr>
        <p:spPr>
          <a:xfrm>
            <a:off x="5394898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0"/>
          <p:cNvSpPr/>
          <p:nvPr>
            <p:ph idx="5" type="pic"/>
          </p:nvPr>
        </p:nvSpPr>
        <p:spPr>
          <a:xfrm>
            <a:off x="7883420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30"/>
          <p:cNvSpPr txBox="1"/>
          <p:nvPr>
            <p:ph idx="6" type="body"/>
          </p:nvPr>
        </p:nvSpPr>
        <p:spPr>
          <a:xfrm>
            <a:off x="369989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8" name="Google Shape;238;p30"/>
          <p:cNvSpPr txBox="1"/>
          <p:nvPr>
            <p:ph idx="7" type="body"/>
          </p:nvPr>
        </p:nvSpPr>
        <p:spPr>
          <a:xfrm>
            <a:off x="2884778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9" name="Google Shape;239;p30"/>
          <p:cNvSpPr txBox="1"/>
          <p:nvPr>
            <p:ph idx="8" type="body"/>
          </p:nvPr>
        </p:nvSpPr>
        <p:spPr>
          <a:xfrm>
            <a:off x="5399566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40" name="Google Shape;240;p30"/>
          <p:cNvSpPr txBox="1"/>
          <p:nvPr>
            <p:ph idx="9" type="body"/>
          </p:nvPr>
        </p:nvSpPr>
        <p:spPr>
          <a:xfrm>
            <a:off x="7866621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41" name="Google Shape;241;p30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87;p15" id="242" name="Google Shape;242;p30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/>
          <p:nvPr>
            <p:ph idx="2" type="pic"/>
          </p:nvPr>
        </p:nvSpPr>
        <p:spPr>
          <a:xfrm>
            <a:off x="369989" y="1560526"/>
            <a:ext cx="11451714" cy="4919477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31"/>
          <p:cNvSpPr txBox="1"/>
          <p:nvPr>
            <p:ph type="title"/>
          </p:nvPr>
        </p:nvSpPr>
        <p:spPr>
          <a:xfrm>
            <a:off x="726948" y="369989"/>
            <a:ext cx="10737731" cy="79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_1">
  <p:cSld name="CUSTOM_21_1_1_1_1">
    <p:bg>
      <p:bgPr>
        <a:solidFill>
          <a:srgbClr val="49369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/>
        </p:nvSpPr>
        <p:spPr>
          <a:xfrm>
            <a:off x="218060" y="205262"/>
            <a:ext cx="11737706" cy="642663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2"/>
          <p:cNvSpPr txBox="1"/>
          <p:nvPr>
            <p:ph type="title"/>
          </p:nvPr>
        </p:nvSpPr>
        <p:spPr>
          <a:xfrm>
            <a:off x="609585" y="544516"/>
            <a:ext cx="10855328" cy="692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51" name="Google Shape;251;p32"/>
          <p:cNvSpPr/>
          <p:nvPr/>
        </p:nvSpPr>
        <p:spPr>
          <a:xfrm>
            <a:off x="10110579" y="6325275"/>
            <a:ext cx="2081148" cy="532787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609585" y="1237034"/>
            <a:ext cx="5110272" cy="25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97;p17" id="253" name="Google Shape;253;p32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10348829" y="6426454"/>
            <a:ext cx="1136556" cy="25598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 txBox="1"/>
          <p:nvPr>
            <p:ph idx="2" type="body"/>
          </p:nvPr>
        </p:nvSpPr>
        <p:spPr>
          <a:xfrm>
            <a:off x="609585" y="2203010"/>
            <a:ext cx="5486663" cy="263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idx="12" type="sldNum"/>
          </p:nvPr>
        </p:nvSpPr>
        <p:spPr>
          <a:xfrm>
            <a:off x="11767890" y="6471821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erence A">
  <p:cSld name="Conference A">
    <p:bg>
      <p:bgPr>
        <a:solidFill>
          <a:srgbClr val="49369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/>
          <p:nvPr/>
        </p:nvSpPr>
        <p:spPr>
          <a:xfrm>
            <a:off x="218061" y="205262"/>
            <a:ext cx="11737706" cy="642663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699" lIns="45699" spcFirstLastPara="1" rIns="45699" wrap="square" tIns="45699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3"/>
          <p:cNvSpPr txBox="1"/>
          <p:nvPr>
            <p:ph type="title"/>
          </p:nvPr>
        </p:nvSpPr>
        <p:spPr>
          <a:xfrm>
            <a:off x="609585" y="544514"/>
            <a:ext cx="10855328" cy="692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59" name="Google Shape;259;p33"/>
          <p:cNvSpPr/>
          <p:nvPr/>
        </p:nvSpPr>
        <p:spPr>
          <a:xfrm>
            <a:off x="10110579" y="6325274"/>
            <a:ext cx="2081148" cy="532787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45699" lIns="45699" spcFirstLastPara="1" rIns="45699" wrap="square" tIns="45699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 txBox="1"/>
          <p:nvPr>
            <p:ph idx="1" type="body"/>
          </p:nvPr>
        </p:nvSpPr>
        <p:spPr>
          <a:xfrm>
            <a:off x="609585" y="1237036"/>
            <a:ext cx="5110272" cy="25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97;p17" id="261" name="Google Shape;261;p33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10348828" y="6426455"/>
            <a:ext cx="1136569" cy="25598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3"/>
          <p:cNvSpPr txBox="1"/>
          <p:nvPr>
            <p:ph idx="2" type="body"/>
          </p:nvPr>
        </p:nvSpPr>
        <p:spPr>
          <a:xfrm>
            <a:off x="609585" y="2203012"/>
            <a:ext cx="5486663" cy="263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2" type="sldNum"/>
          </p:nvPr>
        </p:nvSpPr>
        <p:spPr>
          <a:xfrm>
            <a:off x="11767890" y="6471821"/>
            <a:ext cx="169196" cy="143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797" lvl="0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797" lvl="1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797" lvl="2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797" lvl="3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797" lvl="4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797" lvl="5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797" lvl="6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797" lvl="7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797" lvl="8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797" lvl="0" marL="50797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idx="12" type="sldNum"/>
          </p:nvPr>
        </p:nvSpPr>
        <p:spPr>
          <a:xfrm>
            <a:off x="11673899" y="6332976"/>
            <a:ext cx="466388" cy="471988"/>
          </a:xfrm>
          <a:prstGeom prst="rect">
            <a:avLst/>
          </a:prstGeom>
          <a:noFill/>
          <a:ln>
            <a:noFill/>
          </a:ln>
        </p:spPr>
        <p:txBody>
          <a:bodyPr anchorCtr="0" anchor="t" bIns="111731" lIns="111731" spcFirstLastPara="1" rIns="111731" wrap="square" tIns="111731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">
  <p:cSld name="CUSTOM_21_1_1_1">
    <p:bg>
      <p:bgPr>
        <a:solidFill>
          <a:schemeClr val="accent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557234" y="3550890"/>
            <a:ext cx="1783155" cy="521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557067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3" type="body"/>
          </p:nvPr>
        </p:nvSpPr>
        <p:spPr>
          <a:xfrm>
            <a:off x="2889694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4" type="body"/>
          </p:nvPr>
        </p:nvSpPr>
        <p:spPr>
          <a:xfrm>
            <a:off x="5204270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5" type="body"/>
          </p:nvPr>
        </p:nvSpPr>
        <p:spPr>
          <a:xfrm>
            <a:off x="7531310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6" type="body"/>
          </p:nvPr>
        </p:nvSpPr>
        <p:spPr>
          <a:xfrm>
            <a:off x="9846808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2.pngGoogle Shape;37;p4" id="107" name="Google Shape;107;p19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rgbClr val="49369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79790" y="1883053"/>
            <a:ext cx="5225469" cy="301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11" name="Google Shape;111;p20"/>
          <p:cNvSpPr/>
          <p:nvPr/>
        </p:nvSpPr>
        <p:spPr>
          <a:xfrm>
            <a:off x="6108981" y="0"/>
            <a:ext cx="6082648" cy="6857828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113" name="Google Shape;113;p20"/>
          <p:cNvCxnSpPr/>
          <p:nvPr/>
        </p:nvCxnSpPr>
        <p:spPr>
          <a:xfrm rot="10800000">
            <a:off x="6113895" y="177022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20"/>
          <p:cNvCxnSpPr/>
          <p:nvPr/>
        </p:nvCxnSpPr>
        <p:spPr>
          <a:xfrm rot="10800000">
            <a:off x="6113895" y="241955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20"/>
          <p:cNvCxnSpPr/>
          <p:nvPr/>
        </p:nvCxnSpPr>
        <p:spPr>
          <a:xfrm rot="10800000">
            <a:off x="6113895" y="30689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20"/>
          <p:cNvCxnSpPr/>
          <p:nvPr/>
        </p:nvCxnSpPr>
        <p:spPr>
          <a:xfrm rot="10800000">
            <a:off x="6113895" y="37183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20"/>
          <p:cNvCxnSpPr/>
          <p:nvPr/>
        </p:nvCxnSpPr>
        <p:spPr>
          <a:xfrm rot="10800000">
            <a:off x="6113895" y="4367767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0"/>
          <p:cNvCxnSpPr/>
          <p:nvPr/>
        </p:nvCxnSpPr>
        <p:spPr>
          <a:xfrm rot="10800000">
            <a:off x="6113895" y="501709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0"/>
          <p:cNvCxnSpPr/>
          <p:nvPr/>
        </p:nvCxnSpPr>
        <p:spPr>
          <a:xfrm rot="10800000">
            <a:off x="6113895" y="566650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20"/>
          <p:cNvCxnSpPr/>
          <p:nvPr/>
        </p:nvCxnSpPr>
        <p:spPr>
          <a:xfrm rot="10800000">
            <a:off x="6113895" y="6315803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20"/>
          <p:cNvCxnSpPr/>
          <p:nvPr/>
        </p:nvCxnSpPr>
        <p:spPr>
          <a:xfrm rot="10800000">
            <a:off x="6113895" y="471416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20"/>
          <p:cNvCxnSpPr/>
          <p:nvPr/>
        </p:nvCxnSpPr>
        <p:spPr>
          <a:xfrm rot="10800000">
            <a:off x="6113895" y="1120820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p20"/>
          <p:cNvGrpSpPr/>
          <p:nvPr/>
        </p:nvGrpSpPr>
        <p:grpSpPr>
          <a:xfrm>
            <a:off x="6115352" y="-136"/>
            <a:ext cx="5783155" cy="6857828"/>
            <a:chOff x="1" y="0"/>
            <a:chExt cx="5783155" cy="6857828"/>
          </a:xfrm>
        </p:grpSpPr>
        <p:cxnSp>
          <p:nvCxnSpPr>
            <p:cNvPr id="124" name="Google Shape;124;p20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20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20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20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20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20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20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20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20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20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3" type="title">
  <p:cSld name="TITLE">
    <p:bg>
      <p:bgPr>
        <a:solidFill>
          <a:srgbClr val="49369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 rot="10800000">
            <a:off x="375891" y="368324"/>
            <a:ext cx="11451714" cy="6131847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1094643" y="5230676"/>
            <a:ext cx="7812205" cy="603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138" name="Google Shape;138;p21"/>
          <p:cNvCxnSpPr/>
          <p:nvPr/>
        </p:nvCxnSpPr>
        <p:spPr>
          <a:xfrm>
            <a:off x="734482" y="1056740"/>
            <a:ext cx="10736931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>
            <a:off x="734482" y="6028883"/>
            <a:ext cx="10726532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1"/>
          <p:cNvSpPr txBox="1"/>
          <p:nvPr>
            <p:ph type="title"/>
          </p:nvPr>
        </p:nvSpPr>
        <p:spPr>
          <a:xfrm>
            <a:off x="1060672" y="2992532"/>
            <a:ext cx="8162196" cy="188075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66"/>
              <a:buFont typeface="Montserrat SemiBold"/>
              <a:buNone/>
              <a:defRPr sz="6666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6;p2" id="141" name="Google Shape;14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4480" y="622178"/>
            <a:ext cx="1482766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">
  <p:cSld name="CUSTOM_2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42;p5" id="146" name="Google Shape;146;p22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rgbClr val="49369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23"/>
          <p:cNvCxnSpPr/>
          <p:nvPr/>
        </p:nvCxnSpPr>
        <p:spPr>
          <a:xfrm rot="10800000">
            <a:off x="-25233" y="471427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23"/>
          <p:cNvCxnSpPr/>
          <p:nvPr/>
        </p:nvCxnSpPr>
        <p:spPr>
          <a:xfrm rot="10800000">
            <a:off x="-25233" y="1120829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23"/>
          <p:cNvCxnSpPr/>
          <p:nvPr/>
        </p:nvCxnSpPr>
        <p:spPr>
          <a:xfrm rot="10800000">
            <a:off x="-25233" y="1770230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23"/>
          <p:cNvCxnSpPr/>
          <p:nvPr/>
        </p:nvCxnSpPr>
        <p:spPr>
          <a:xfrm rot="10800000">
            <a:off x="-25233" y="2419562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23"/>
          <p:cNvCxnSpPr/>
          <p:nvPr/>
        </p:nvCxnSpPr>
        <p:spPr>
          <a:xfrm rot="10800000">
            <a:off x="-25233" y="3068965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4" name="Google Shape;154;p23"/>
          <p:cNvGrpSpPr/>
          <p:nvPr/>
        </p:nvGrpSpPr>
        <p:grpSpPr>
          <a:xfrm>
            <a:off x="-4699" y="-136"/>
            <a:ext cx="12208632" cy="6857828"/>
            <a:chOff x="1" y="0"/>
            <a:chExt cx="12208632" cy="6857828"/>
          </a:xfrm>
        </p:grpSpPr>
        <p:cxnSp>
          <p:nvCxnSpPr>
            <p:cNvPr id="155" name="Google Shape;155;p23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3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3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3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3"/>
            <p:cNvCxnSpPr/>
            <p:nvPr/>
          </p:nvCxnSpPr>
          <p:spPr>
            <a:xfrm>
              <a:off x="321268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3"/>
            <p:cNvCxnSpPr/>
            <p:nvPr/>
          </p:nvCxnSpPr>
          <p:spPr>
            <a:xfrm>
              <a:off x="385522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3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23"/>
            <p:cNvCxnSpPr/>
            <p:nvPr/>
          </p:nvCxnSpPr>
          <p:spPr>
            <a:xfrm>
              <a:off x="449775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23"/>
            <p:cNvCxnSpPr/>
            <p:nvPr/>
          </p:nvCxnSpPr>
          <p:spPr>
            <a:xfrm>
              <a:off x="514029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23"/>
            <p:cNvCxnSpPr/>
            <p:nvPr/>
          </p:nvCxnSpPr>
          <p:spPr>
            <a:xfrm>
              <a:off x="578283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23"/>
            <p:cNvCxnSpPr/>
            <p:nvPr/>
          </p:nvCxnSpPr>
          <p:spPr>
            <a:xfrm>
              <a:off x="642537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23"/>
            <p:cNvCxnSpPr/>
            <p:nvPr/>
          </p:nvCxnSpPr>
          <p:spPr>
            <a:xfrm>
              <a:off x="706790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23"/>
            <p:cNvCxnSpPr/>
            <p:nvPr/>
          </p:nvCxnSpPr>
          <p:spPr>
            <a:xfrm>
              <a:off x="7710444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23"/>
            <p:cNvCxnSpPr/>
            <p:nvPr/>
          </p:nvCxnSpPr>
          <p:spPr>
            <a:xfrm>
              <a:off x="835298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23"/>
            <p:cNvCxnSpPr/>
            <p:nvPr/>
          </p:nvCxnSpPr>
          <p:spPr>
            <a:xfrm>
              <a:off x="899551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23"/>
            <p:cNvCxnSpPr/>
            <p:nvPr/>
          </p:nvCxnSpPr>
          <p:spPr>
            <a:xfrm>
              <a:off x="963816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23"/>
            <p:cNvCxnSpPr/>
            <p:nvPr/>
          </p:nvCxnSpPr>
          <p:spPr>
            <a:xfrm>
              <a:off x="1028069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23"/>
            <p:cNvCxnSpPr/>
            <p:nvPr/>
          </p:nvCxnSpPr>
          <p:spPr>
            <a:xfrm>
              <a:off x="1092335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3" name="Google Shape;173;p23"/>
            <p:cNvGrpSpPr/>
            <p:nvPr/>
          </p:nvGrpSpPr>
          <p:grpSpPr>
            <a:xfrm>
              <a:off x="11565989" y="0"/>
              <a:ext cx="642644" cy="6857828"/>
              <a:chOff x="1" y="0"/>
              <a:chExt cx="642644" cy="6857828"/>
            </a:xfrm>
          </p:grpSpPr>
          <p:cxnSp>
            <p:nvCxnSpPr>
              <p:cNvPr id="174" name="Google Shape;174;p23"/>
              <p:cNvCxnSpPr/>
              <p:nvPr/>
            </p:nvCxnSpPr>
            <p:spPr>
              <a:xfrm>
                <a:off x="1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p23"/>
              <p:cNvCxnSpPr/>
              <p:nvPr/>
            </p:nvCxnSpPr>
            <p:spPr>
              <a:xfrm>
                <a:off x="642645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76" name="Google Shape;176;p23"/>
          <p:cNvCxnSpPr/>
          <p:nvPr/>
        </p:nvCxnSpPr>
        <p:spPr>
          <a:xfrm rot="10800000">
            <a:off x="-25233" y="3718362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23"/>
          <p:cNvCxnSpPr/>
          <p:nvPr/>
        </p:nvCxnSpPr>
        <p:spPr>
          <a:xfrm rot="10800000">
            <a:off x="-25233" y="4367765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23"/>
          <p:cNvCxnSpPr/>
          <p:nvPr/>
        </p:nvCxnSpPr>
        <p:spPr>
          <a:xfrm rot="10800000">
            <a:off x="-25233" y="5017094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23"/>
          <p:cNvCxnSpPr/>
          <p:nvPr/>
        </p:nvCxnSpPr>
        <p:spPr>
          <a:xfrm rot="10800000">
            <a:off x="-25233" y="5666497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23"/>
          <p:cNvCxnSpPr/>
          <p:nvPr/>
        </p:nvCxnSpPr>
        <p:spPr>
          <a:xfrm rot="10800000">
            <a:off x="-25233" y="6315794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23"/>
          <p:cNvSpPr txBox="1"/>
          <p:nvPr>
            <p:ph type="title"/>
          </p:nvPr>
        </p:nvSpPr>
        <p:spPr>
          <a:xfrm>
            <a:off x="1916919" y="1768556"/>
            <a:ext cx="8344991" cy="2597535"/>
          </a:xfrm>
          <a:prstGeom prst="rect">
            <a:avLst/>
          </a:prstGeom>
          <a:solidFill>
            <a:srgbClr val="493691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64" lIns="121864" spcFirstLastPara="1" rIns="121864" wrap="square" tIns="121864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_1_1_1">
  <p:cSld name="BLANK_1_1_1_1_1_1_1_1_1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6052947" y="2307264"/>
            <a:ext cx="5767456" cy="6035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85" name="Google Shape;185;p24"/>
          <p:cNvSpPr txBox="1"/>
          <p:nvPr>
            <p:ph type="title"/>
          </p:nvPr>
        </p:nvSpPr>
        <p:spPr>
          <a:xfrm>
            <a:off x="369989" y="1412865"/>
            <a:ext cx="5725857" cy="3737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66"/>
              <a:buFont typeface="Montserrat SemiBold"/>
              <a:buNone/>
              <a:defRPr sz="6666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15;p9" id="186" name="Google Shape;186;p24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23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726948" y="369989"/>
            <a:ext cx="10737731" cy="79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609585" y="1600160"/>
            <a:ext cx="10972526" cy="5257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type="title"/>
          </p:nvPr>
        </p:nvSpPr>
        <p:spPr>
          <a:xfrm>
            <a:off x="808113" y="593418"/>
            <a:ext cx="7980200" cy="1326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5333"/>
              <a:buFont typeface="Montserrat SemiBold"/>
              <a:buNone/>
            </a:pPr>
            <a:r>
              <a:rPr b="1" lang="en"/>
              <a:t>Results</a:t>
            </a:r>
            <a:endParaRPr/>
          </a:p>
        </p:txBody>
      </p:sp>
      <p:sp>
        <p:nvSpPr>
          <p:cNvPr id="271" name="Google Shape;271;p35"/>
          <p:cNvSpPr txBox="1"/>
          <p:nvPr/>
        </p:nvSpPr>
        <p:spPr>
          <a:xfrm>
            <a:off x="918252" y="3344515"/>
            <a:ext cx="2785130" cy="1326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64" lIns="121864" spcFirstLastPara="1" rIns="121864" wrap="square" tIns="121864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ct val="100000"/>
              <a:buFont typeface="Montserrat SemiBold"/>
              <a:buNone/>
            </a:pPr>
            <a:r>
              <a:rPr b="1" lang="en" sz="6966">
                <a:solidFill>
                  <a:srgbClr val="FAF9F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{{train_acc}}</a:t>
            </a:r>
            <a:endParaRPr b="1" sz="6966">
              <a:solidFill>
                <a:srgbClr val="A896F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2" name="Google Shape;272;p35"/>
          <p:cNvSpPr txBox="1"/>
          <p:nvPr/>
        </p:nvSpPr>
        <p:spPr>
          <a:xfrm>
            <a:off x="918252" y="4586959"/>
            <a:ext cx="3290718" cy="61118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64" lIns="121864" spcFirstLastPara="1" rIns="121864" wrap="square" tIns="121864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96F0"/>
              </a:buClr>
              <a:buSzPts val="2327"/>
              <a:buFont typeface="Montserrat SemiBold"/>
              <a:buNone/>
            </a:pPr>
            <a:r>
              <a:rPr b="1" lang="en" sz="2328">
                <a:solidFill>
                  <a:srgbClr val="A896F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Training Accuracy</a:t>
            </a:r>
            <a:endParaRPr b="1" i="0" sz="2328" u="none" cap="none" strike="noStrike">
              <a:solidFill>
                <a:srgbClr val="A896F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4704441" y="3355804"/>
            <a:ext cx="2785130" cy="1326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64" lIns="121864" spcFirstLastPara="1" rIns="121864" wrap="square" tIns="121864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ct val="100000"/>
              <a:buFont typeface="Montserrat SemiBold"/>
              <a:buNone/>
            </a:pPr>
            <a:r>
              <a:rPr b="1" lang="en" sz="6966">
                <a:solidFill>
                  <a:srgbClr val="FAF9F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{{train_imgs}}</a:t>
            </a:r>
            <a:endParaRPr b="0" i="0" sz="1867" u="none" cap="none" strike="noStrike">
              <a:solidFill>
                <a:srgbClr val="A896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4704441" y="4586959"/>
            <a:ext cx="3290718" cy="61118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64" lIns="121864" spcFirstLastPara="1" rIns="121864" wrap="square" tIns="121864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96F0"/>
              </a:buClr>
              <a:buSzPts val="2327"/>
              <a:buFont typeface="Montserrat SemiBold"/>
              <a:buNone/>
            </a:pPr>
            <a:r>
              <a:rPr b="1" lang="en" sz="2328">
                <a:solidFill>
                  <a:srgbClr val="A896F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Training Images</a:t>
            </a:r>
            <a:endParaRPr/>
          </a:p>
        </p:txBody>
      </p:sp>
      <p:sp>
        <p:nvSpPr>
          <p:cNvPr id="275" name="Google Shape;275;p35"/>
          <p:cNvSpPr txBox="1"/>
          <p:nvPr/>
        </p:nvSpPr>
        <p:spPr>
          <a:xfrm>
            <a:off x="8490629" y="3355804"/>
            <a:ext cx="2785130" cy="1326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64" lIns="121864" spcFirstLastPara="1" rIns="121864" wrap="square" tIns="121864">
            <a:normAutofit fontScale="47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ct val="100000"/>
              <a:buFont typeface="Montserrat SemiBold"/>
              <a:buNone/>
            </a:pPr>
            <a:r>
              <a:rPr b="1" lang="en" sz="6966">
                <a:solidFill>
                  <a:srgbClr val="FAF9F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{{deployment_time}}</a:t>
            </a:r>
            <a:endParaRPr b="1" i="0" sz="6966" u="none" cap="none" strike="noStrike">
              <a:solidFill>
                <a:srgbClr val="FAF9F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6" name="Google Shape;276;p35"/>
          <p:cNvSpPr txBox="1"/>
          <p:nvPr/>
        </p:nvSpPr>
        <p:spPr>
          <a:xfrm>
            <a:off x="8490629" y="4586959"/>
            <a:ext cx="3290718" cy="61118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64" lIns="121864" spcFirstLastPara="1" rIns="121864" wrap="square" tIns="121864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96F0"/>
              </a:buClr>
              <a:buSzPts val="2327"/>
              <a:buFont typeface="Montserrat SemiBold"/>
              <a:buNone/>
            </a:pPr>
            <a:r>
              <a:rPr b="1" lang="en" sz="2328">
                <a:solidFill>
                  <a:srgbClr val="A896F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Deployment Time</a:t>
            </a:r>
            <a:endParaRPr/>
          </a:p>
        </p:txBody>
      </p:sp>
      <p:pic>
        <p:nvPicPr>
          <p:cNvPr descr="Logo-white.pngGoogle Shape;16;p2" id="277" name="Google Shape;27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501" y="554446"/>
            <a:ext cx="1482764" cy="277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 name="Overview Deck">
  <a:themeElements>
    <a:clrScheme name="Overview Deck">
      <a:dk1>
        <a:srgbClr val="493691"/>
      </a:dk1>
      <a:lt1>
        <a:srgbClr val="FAF9FE"/>
      </a:lt1>
      <a:dk2>
        <a:srgbClr val="A7A7A7"/>
      </a:dk2>
      <a:lt2>
        <a:srgbClr val="535353"/>
      </a:lt2>
      <a:accent1>
        <a:srgbClr val="AF9EF3"/>
      </a:accent1>
      <a:accent2>
        <a:srgbClr val="FAF9FE"/>
      </a:accent2>
      <a:accent3>
        <a:srgbClr val="532EE3"/>
      </a:accent3>
      <a:accent4>
        <a:srgbClr val="4B465E"/>
      </a:accent4>
      <a:accent5>
        <a:srgbClr val="2E1A7F"/>
      </a:accent5>
      <a:accent6>
        <a:srgbClr val="56C19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