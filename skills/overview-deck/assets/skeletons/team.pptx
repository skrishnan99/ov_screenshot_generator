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49" r:id="rId7"/>
  </p:sldMasterIdLst>
  <p:sldIdLst>
    <p:sldId id="256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Master" Target="slideMasters/slideMaster2.xml"/><Relationship Id="rId8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4"/>
          <p:cNvSpPr txBox="1"/>
          <p:nvPr>
            <p:ph idx="10" type="dt"/>
          </p:nvPr>
        </p:nvSpPr>
        <p:spPr>
          <a:xfrm>
            <a:off x="457189" y="6356192"/>
            <a:ext cx="2133547" cy="365116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121897" spcFirstLastPara="1" rIns="121897" wrap="square" tIns="60932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263" name="Google Shape;263;p34"/>
          <p:cNvSpPr txBox="1"/>
          <p:nvPr>
            <p:ph idx="11" type="ftr"/>
          </p:nvPr>
        </p:nvSpPr>
        <p:spPr>
          <a:xfrm>
            <a:off x="3124122" y="6356192"/>
            <a:ext cx="2895528" cy="365116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121897" spcFirstLastPara="1" rIns="121897" wrap="square" tIns="60932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264" name="Google Shape;264;p34"/>
          <p:cNvSpPr txBox="1"/>
          <p:nvPr>
            <p:ph idx="12" type="sldNum"/>
          </p:nvPr>
        </p:nvSpPr>
        <p:spPr>
          <a:xfrm>
            <a:off x="6553036" y="6356192"/>
            <a:ext cx="2133547" cy="365116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121897" spcFirstLastPara="1" rIns="121897" wrap="square" tIns="60932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3"/>
          <p:cNvSpPr txBox="1"/>
          <p:nvPr>
            <p:ph type="title"/>
          </p:nvPr>
        </p:nvSpPr>
        <p:spPr>
          <a:xfrm>
            <a:off x="1792243" y="4800480"/>
            <a:ext cx="5486263" cy="566724"/>
          </a:xfrm>
          <a:prstGeom prst="rect">
            <a:avLst/>
          </a:prstGeom>
          <a:noFill/>
          <a:ln>
            <a:noFill/>
          </a:ln>
        </p:spPr>
        <p:txBody>
          <a:bodyPr anchorCtr="0" anchor="b" bIns="60932" lIns="121897" spcFirstLastPara="1" rIns="121897" wrap="square" tIns="60932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9pPr>
          </a:lstStyle>
          <a:p/>
        </p:txBody>
      </p:sp>
      <p:sp>
        <p:nvSpPr>
          <p:cNvPr id="314" name="Google Shape;314;p43"/>
          <p:cNvSpPr/>
          <p:nvPr>
            <p:ph idx="2" type="pic"/>
          </p:nvPr>
        </p:nvSpPr>
        <p:spPr>
          <a:xfrm>
            <a:off x="1792243" y="612759"/>
            <a:ext cx="5486263" cy="4114697"/>
          </a:xfrm>
          <a:prstGeom prst="rect">
            <a:avLst/>
          </a:prstGeom>
          <a:noFill/>
          <a:ln>
            <a:noFill/>
          </a:ln>
        </p:spPr>
      </p:sp>
      <p:sp>
        <p:nvSpPr>
          <p:cNvPr id="315" name="Google Shape;315;p43"/>
          <p:cNvSpPr txBox="1"/>
          <p:nvPr>
            <p:ph idx="1" type="body"/>
          </p:nvPr>
        </p:nvSpPr>
        <p:spPr>
          <a:xfrm>
            <a:off x="1792243" y="5367203"/>
            <a:ext cx="5486263" cy="804843"/>
          </a:xfrm>
          <a:prstGeom prst="rect">
            <a:avLst/>
          </a:prstGeom>
          <a:noFill/>
          <a:ln>
            <a:noFill/>
          </a:ln>
        </p:spPr>
        <p:txBody>
          <a:bodyPr anchorCtr="0" anchor="t" bIns="60932" lIns="121897" spcFirstLastPara="1" rIns="121897" wrap="square" tIns="60932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316" name="Google Shape;316;p43"/>
          <p:cNvSpPr txBox="1"/>
          <p:nvPr>
            <p:ph idx="10" type="dt"/>
          </p:nvPr>
        </p:nvSpPr>
        <p:spPr>
          <a:xfrm>
            <a:off x="457189" y="6356192"/>
            <a:ext cx="2133547" cy="365116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121897" spcFirstLastPara="1" rIns="121897" wrap="square" tIns="60932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317" name="Google Shape;317;p43"/>
          <p:cNvSpPr txBox="1"/>
          <p:nvPr>
            <p:ph idx="11" type="ftr"/>
          </p:nvPr>
        </p:nvSpPr>
        <p:spPr>
          <a:xfrm>
            <a:off x="3124122" y="6356192"/>
            <a:ext cx="2895528" cy="365116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121897" spcFirstLastPara="1" rIns="121897" wrap="square" tIns="60932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318" name="Google Shape;318;p43"/>
          <p:cNvSpPr txBox="1"/>
          <p:nvPr>
            <p:ph idx="12" type="sldNum"/>
          </p:nvPr>
        </p:nvSpPr>
        <p:spPr>
          <a:xfrm>
            <a:off x="6553036" y="6356192"/>
            <a:ext cx="2133547" cy="365116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121897" spcFirstLastPara="1" rIns="121897" wrap="square" tIns="60932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4"/>
          <p:cNvSpPr txBox="1"/>
          <p:nvPr>
            <p:ph type="title"/>
          </p:nvPr>
        </p:nvSpPr>
        <p:spPr>
          <a:xfrm>
            <a:off x="457189" y="274630"/>
            <a:ext cx="8229394" cy="1142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121897" spcFirstLastPara="1" rIns="121897" wrap="square" tIns="60932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9pPr>
          </a:lstStyle>
          <a:p/>
        </p:txBody>
      </p:sp>
      <p:sp>
        <p:nvSpPr>
          <p:cNvPr id="321" name="Google Shape;321;p44"/>
          <p:cNvSpPr txBox="1"/>
          <p:nvPr>
            <p:ph idx="1" type="body"/>
          </p:nvPr>
        </p:nvSpPr>
        <p:spPr>
          <a:xfrm rot="5400000">
            <a:off x="2308961" y="-251611"/>
            <a:ext cx="4525849" cy="8229394"/>
          </a:xfrm>
          <a:prstGeom prst="rect">
            <a:avLst/>
          </a:prstGeom>
          <a:noFill/>
          <a:ln>
            <a:noFill/>
          </a:ln>
        </p:spPr>
        <p:txBody>
          <a:bodyPr anchorCtr="0" anchor="t" bIns="60932" lIns="121897" spcFirstLastPara="1" rIns="121897" wrap="square" tIns="60932">
            <a:normAutofit/>
          </a:bodyPr>
          <a:lstStyle>
            <a:lvl1pPr indent="-3429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1pPr>
            <a:lvl2pPr indent="-3429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2pPr>
            <a:lvl3pPr indent="-3429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3pPr>
            <a:lvl4pPr indent="-3429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4pPr>
            <a:lvl5pPr indent="-3429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/>
            </a:lvl5pPr>
            <a:lvl6pPr indent="-3429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indent="-3429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indent="-3429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indent="-3429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/>
        </p:txBody>
      </p:sp>
      <p:sp>
        <p:nvSpPr>
          <p:cNvPr id="322" name="Google Shape;322;p44"/>
          <p:cNvSpPr txBox="1"/>
          <p:nvPr>
            <p:ph idx="10" type="dt"/>
          </p:nvPr>
        </p:nvSpPr>
        <p:spPr>
          <a:xfrm>
            <a:off x="457189" y="6356192"/>
            <a:ext cx="2133547" cy="365116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121897" spcFirstLastPara="1" rIns="121897" wrap="square" tIns="60932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323" name="Google Shape;323;p44"/>
          <p:cNvSpPr txBox="1"/>
          <p:nvPr>
            <p:ph idx="11" type="ftr"/>
          </p:nvPr>
        </p:nvSpPr>
        <p:spPr>
          <a:xfrm>
            <a:off x="3124122" y="6356192"/>
            <a:ext cx="2895528" cy="365116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121897" spcFirstLastPara="1" rIns="121897" wrap="square" tIns="60932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324" name="Google Shape;324;p44"/>
          <p:cNvSpPr txBox="1"/>
          <p:nvPr>
            <p:ph idx="12" type="sldNum"/>
          </p:nvPr>
        </p:nvSpPr>
        <p:spPr>
          <a:xfrm>
            <a:off x="6553036" y="6356192"/>
            <a:ext cx="2133547" cy="365116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121897" spcFirstLastPara="1" rIns="121897" wrap="square" tIns="60932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5"/>
          <p:cNvSpPr txBox="1"/>
          <p:nvPr>
            <p:ph type="title"/>
          </p:nvPr>
        </p:nvSpPr>
        <p:spPr>
          <a:xfrm rot="5400000">
            <a:off x="4732219" y="2171647"/>
            <a:ext cx="5851379" cy="2057349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121897" spcFirstLastPara="1" rIns="121897" wrap="square" tIns="60932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9pPr>
          </a:lstStyle>
          <a:p/>
        </p:txBody>
      </p:sp>
      <p:sp>
        <p:nvSpPr>
          <p:cNvPr id="327" name="Google Shape;327;p45"/>
          <p:cNvSpPr txBox="1"/>
          <p:nvPr>
            <p:ph idx="1" type="body"/>
          </p:nvPr>
        </p:nvSpPr>
        <p:spPr>
          <a:xfrm rot="5400000">
            <a:off x="541324" y="190497"/>
            <a:ext cx="5851379" cy="6019649"/>
          </a:xfrm>
          <a:prstGeom prst="rect">
            <a:avLst/>
          </a:prstGeom>
          <a:noFill/>
          <a:ln>
            <a:noFill/>
          </a:ln>
        </p:spPr>
        <p:txBody>
          <a:bodyPr anchorCtr="0" anchor="t" bIns="60932" lIns="121897" spcFirstLastPara="1" rIns="121897" wrap="square" tIns="60932">
            <a:normAutofit/>
          </a:bodyPr>
          <a:lstStyle>
            <a:lvl1pPr indent="-3429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1pPr>
            <a:lvl2pPr indent="-3429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2pPr>
            <a:lvl3pPr indent="-3429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3pPr>
            <a:lvl4pPr indent="-3429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4pPr>
            <a:lvl5pPr indent="-3429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/>
            </a:lvl5pPr>
            <a:lvl6pPr indent="-3429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indent="-3429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indent="-3429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indent="-3429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/>
        </p:txBody>
      </p:sp>
      <p:sp>
        <p:nvSpPr>
          <p:cNvPr id="328" name="Google Shape;328;p45"/>
          <p:cNvSpPr txBox="1"/>
          <p:nvPr>
            <p:ph idx="10" type="dt"/>
          </p:nvPr>
        </p:nvSpPr>
        <p:spPr>
          <a:xfrm>
            <a:off x="457189" y="6356192"/>
            <a:ext cx="2133547" cy="365116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121897" spcFirstLastPara="1" rIns="121897" wrap="square" tIns="60932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329" name="Google Shape;329;p45"/>
          <p:cNvSpPr txBox="1"/>
          <p:nvPr>
            <p:ph idx="11" type="ftr"/>
          </p:nvPr>
        </p:nvSpPr>
        <p:spPr>
          <a:xfrm>
            <a:off x="3124122" y="6356192"/>
            <a:ext cx="2895528" cy="365116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121897" spcFirstLastPara="1" rIns="121897" wrap="square" tIns="60932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330" name="Google Shape;330;p45"/>
          <p:cNvSpPr txBox="1"/>
          <p:nvPr>
            <p:ph idx="12" type="sldNum"/>
          </p:nvPr>
        </p:nvSpPr>
        <p:spPr>
          <a:xfrm>
            <a:off x="6553036" y="6356192"/>
            <a:ext cx="2133547" cy="365116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121897" spcFirstLastPara="1" rIns="121897" wrap="square" tIns="60932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6"/>
          <p:cNvSpPr txBox="1"/>
          <p:nvPr>
            <p:ph type="ctrTitle"/>
          </p:nvPr>
        </p:nvSpPr>
        <p:spPr>
          <a:xfrm>
            <a:off x="685783" y="2130372"/>
            <a:ext cx="7772206" cy="1469989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121897" spcFirstLastPara="1" rIns="121897" wrap="square" tIns="60932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9pPr>
          </a:lstStyle>
          <a:p/>
        </p:txBody>
      </p:sp>
      <p:sp>
        <p:nvSpPr>
          <p:cNvPr id="268" name="Google Shape;268;p36"/>
          <p:cNvSpPr txBox="1"/>
          <p:nvPr>
            <p:ph idx="1" type="subTitle"/>
          </p:nvPr>
        </p:nvSpPr>
        <p:spPr>
          <a:xfrm>
            <a:off x="1371566" y="3886103"/>
            <a:ext cx="6400640" cy="1752556"/>
          </a:xfrm>
          <a:prstGeom prst="rect">
            <a:avLst/>
          </a:prstGeom>
          <a:noFill/>
          <a:ln>
            <a:noFill/>
          </a:ln>
        </p:spPr>
        <p:txBody>
          <a:bodyPr anchorCtr="0" anchor="t" bIns="60932" lIns="121897" spcFirstLastPara="1" rIns="121897" wrap="square" tIns="60932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9" name="Google Shape;269;p36"/>
          <p:cNvSpPr txBox="1"/>
          <p:nvPr>
            <p:ph idx="10" type="dt"/>
          </p:nvPr>
        </p:nvSpPr>
        <p:spPr>
          <a:xfrm>
            <a:off x="457189" y="6356192"/>
            <a:ext cx="2133547" cy="365116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121897" spcFirstLastPara="1" rIns="121897" wrap="square" tIns="60932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270" name="Google Shape;270;p36"/>
          <p:cNvSpPr txBox="1"/>
          <p:nvPr>
            <p:ph idx="11" type="ftr"/>
          </p:nvPr>
        </p:nvSpPr>
        <p:spPr>
          <a:xfrm>
            <a:off x="3124122" y="6356192"/>
            <a:ext cx="2895528" cy="365116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121897" spcFirstLastPara="1" rIns="121897" wrap="square" tIns="60932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271" name="Google Shape;271;p36"/>
          <p:cNvSpPr txBox="1"/>
          <p:nvPr>
            <p:ph idx="12" type="sldNum"/>
          </p:nvPr>
        </p:nvSpPr>
        <p:spPr>
          <a:xfrm>
            <a:off x="6553036" y="6356192"/>
            <a:ext cx="2133547" cy="365116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121897" spcFirstLastPara="1" rIns="121897" wrap="square" tIns="60932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7"/>
          <p:cNvSpPr txBox="1"/>
          <p:nvPr>
            <p:ph type="title"/>
          </p:nvPr>
        </p:nvSpPr>
        <p:spPr>
          <a:xfrm>
            <a:off x="457189" y="274630"/>
            <a:ext cx="8229394" cy="1142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121897" spcFirstLastPara="1" rIns="121897" wrap="square" tIns="60932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9pPr>
          </a:lstStyle>
          <a:p/>
        </p:txBody>
      </p:sp>
      <p:sp>
        <p:nvSpPr>
          <p:cNvPr id="274" name="Google Shape;274;p37"/>
          <p:cNvSpPr txBox="1"/>
          <p:nvPr>
            <p:ph idx="1" type="body"/>
          </p:nvPr>
        </p:nvSpPr>
        <p:spPr>
          <a:xfrm>
            <a:off x="457189" y="1600161"/>
            <a:ext cx="8229394" cy="4525849"/>
          </a:xfrm>
          <a:prstGeom prst="rect">
            <a:avLst/>
          </a:prstGeom>
          <a:noFill/>
          <a:ln>
            <a:noFill/>
          </a:ln>
        </p:spPr>
        <p:txBody>
          <a:bodyPr anchorCtr="0" anchor="t" bIns="60932" lIns="121897" spcFirstLastPara="1" rIns="121897" wrap="square" tIns="60932">
            <a:normAutofit/>
          </a:bodyPr>
          <a:lstStyle>
            <a:lvl1pPr indent="-3429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1pPr>
            <a:lvl2pPr indent="-3429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2pPr>
            <a:lvl3pPr indent="-3429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3pPr>
            <a:lvl4pPr indent="-3429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4pPr>
            <a:lvl5pPr indent="-3429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/>
            </a:lvl5pPr>
            <a:lvl6pPr indent="-3429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indent="-3429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indent="-3429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indent="-3429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/>
        </p:txBody>
      </p:sp>
      <p:sp>
        <p:nvSpPr>
          <p:cNvPr id="275" name="Google Shape;275;p37"/>
          <p:cNvSpPr txBox="1"/>
          <p:nvPr>
            <p:ph idx="10" type="dt"/>
          </p:nvPr>
        </p:nvSpPr>
        <p:spPr>
          <a:xfrm>
            <a:off x="457189" y="6356192"/>
            <a:ext cx="2133547" cy="365116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121897" spcFirstLastPara="1" rIns="121897" wrap="square" tIns="60932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276" name="Google Shape;276;p37"/>
          <p:cNvSpPr txBox="1"/>
          <p:nvPr>
            <p:ph idx="11" type="ftr"/>
          </p:nvPr>
        </p:nvSpPr>
        <p:spPr>
          <a:xfrm>
            <a:off x="3124122" y="6356192"/>
            <a:ext cx="2895528" cy="365116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121897" spcFirstLastPara="1" rIns="121897" wrap="square" tIns="60932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277" name="Google Shape;277;p37"/>
          <p:cNvSpPr txBox="1"/>
          <p:nvPr>
            <p:ph idx="12" type="sldNum"/>
          </p:nvPr>
        </p:nvSpPr>
        <p:spPr>
          <a:xfrm>
            <a:off x="6553036" y="6356192"/>
            <a:ext cx="2133547" cy="365116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121897" spcFirstLastPara="1" rIns="121897" wrap="square" tIns="60932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8"/>
          <p:cNvSpPr txBox="1"/>
          <p:nvPr>
            <p:ph type="title"/>
          </p:nvPr>
        </p:nvSpPr>
        <p:spPr>
          <a:xfrm>
            <a:off x="722295" y="4406791"/>
            <a:ext cx="7772206" cy="1362041"/>
          </a:xfrm>
          <a:prstGeom prst="rect">
            <a:avLst/>
          </a:prstGeom>
          <a:noFill/>
          <a:ln>
            <a:noFill/>
          </a:ln>
        </p:spPr>
        <p:txBody>
          <a:bodyPr anchorCtr="0" anchor="t" bIns="60932" lIns="121897" spcFirstLastPara="1" rIns="121897" wrap="square" tIns="60932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9pPr>
          </a:lstStyle>
          <a:p/>
        </p:txBody>
      </p:sp>
      <p:sp>
        <p:nvSpPr>
          <p:cNvPr id="280" name="Google Shape;280;p38"/>
          <p:cNvSpPr txBox="1"/>
          <p:nvPr>
            <p:ph idx="1" type="body"/>
          </p:nvPr>
        </p:nvSpPr>
        <p:spPr>
          <a:xfrm>
            <a:off x="722295" y="2906641"/>
            <a:ext cx="7772206" cy="1500149"/>
          </a:xfrm>
          <a:prstGeom prst="rect">
            <a:avLst/>
          </a:prstGeom>
          <a:noFill/>
          <a:ln>
            <a:noFill/>
          </a:ln>
        </p:spPr>
        <p:txBody>
          <a:bodyPr anchorCtr="0" anchor="b" bIns="60932" lIns="121897" spcFirstLastPara="1" rIns="121897" wrap="square" tIns="60932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81" name="Google Shape;281;p38"/>
          <p:cNvSpPr txBox="1"/>
          <p:nvPr>
            <p:ph idx="10" type="dt"/>
          </p:nvPr>
        </p:nvSpPr>
        <p:spPr>
          <a:xfrm>
            <a:off x="457189" y="6356192"/>
            <a:ext cx="2133547" cy="365116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121897" spcFirstLastPara="1" rIns="121897" wrap="square" tIns="60932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282" name="Google Shape;282;p38"/>
          <p:cNvSpPr txBox="1"/>
          <p:nvPr>
            <p:ph idx="11" type="ftr"/>
          </p:nvPr>
        </p:nvSpPr>
        <p:spPr>
          <a:xfrm>
            <a:off x="3124122" y="6356192"/>
            <a:ext cx="2895528" cy="365116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121897" spcFirstLastPara="1" rIns="121897" wrap="square" tIns="60932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283" name="Google Shape;283;p38"/>
          <p:cNvSpPr txBox="1"/>
          <p:nvPr>
            <p:ph idx="12" type="sldNum"/>
          </p:nvPr>
        </p:nvSpPr>
        <p:spPr>
          <a:xfrm>
            <a:off x="6553036" y="6356192"/>
            <a:ext cx="2133547" cy="365116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121897" spcFirstLastPara="1" rIns="121897" wrap="square" tIns="60932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9"/>
          <p:cNvSpPr txBox="1"/>
          <p:nvPr>
            <p:ph type="title"/>
          </p:nvPr>
        </p:nvSpPr>
        <p:spPr>
          <a:xfrm>
            <a:off x="457189" y="274630"/>
            <a:ext cx="8229394" cy="1142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121897" spcFirstLastPara="1" rIns="121897" wrap="square" tIns="60932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9pPr>
          </a:lstStyle>
          <a:p/>
        </p:txBody>
      </p:sp>
      <p:sp>
        <p:nvSpPr>
          <p:cNvPr id="286" name="Google Shape;286;p39"/>
          <p:cNvSpPr txBox="1"/>
          <p:nvPr>
            <p:ph idx="1" type="body"/>
          </p:nvPr>
        </p:nvSpPr>
        <p:spPr>
          <a:xfrm>
            <a:off x="457189" y="1600161"/>
            <a:ext cx="4038499" cy="4525849"/>
          </a:xfrm>
          <a:prstGeom prst="rect">
            <a:avLst/>
          </a:prstGeom>
          <a:noFill/>
          <a:ln>
            <a:noFill/>
          </a:ln>
        </p:spPr>
        <p:txBody>
          <a:bodyPr anchorCtr="0" anchor="t" bIns="60932" lIns="121897" spcFirstLastPara="1" rIns="121897" wrap="square" tIns="60932">
            <a:normAutofit/>
          </a:bodyPr>
          <a:lstStyle>
            <a:lvl1pPr indent="-36195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429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2385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14325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14325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14325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14325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14325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14325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287" name="Google Shape;287;p39"/>
          <p:cNvSpPr txBox="1"/>
          <p:nvPr>
            <p:ph idx="2" type="body"/>
          </p:nvPr>
        </p:nvSpPr>
        <p:spPr>
          <a:xfrm>
            <a:off x="4648084" y="1600161"/>
            <a:ext cx="4038499" cy="4525849"/>
          </a:xfrm>
          <a:prstGeom prst="rect">
            <a:avLst/>
          </a:prstGeom>
          <a:noFill/>
          <a:ln>
            <a:noFill/>
          </a:ln>
        </p:spPr>
        <p:txBody>
          <a:bodyPr anchorCtr="0" anchor="t" bIns="60932" lIns="121897" spcFirstLastPara="1" rIns="121897" wrap="square" tIns="60932">
            <a:normAutofit/>
          </a:bodyPr>
          <a:lstStyle>
            <a:lvl1pPr indent="-36195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429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2385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14325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14325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14325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14325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14325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14325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288" name="Google Shape;288;p39"/>
          <p:cNvSpPr txBox="1"/>
          <p:nvPr>
            <p:ph idx="10" type="dt"/>
          </p:nvPr>
        </p:nvSpPr>
        <p:spPr>
          <a:xfrm>
            <a:off x="457189" y="6356192"/>
            <a:ext cx="2133547" cy="365116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121897" spcFirstLastPara="1" rIns="121897" wrap="square" tIns="60932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289" name="Google Shape;289;p39"/>
          <p:cNvSpPr txBox="1"/>
          <p:nvPr>
            <p:ph idx="11" type="ftr"/>
          </p:nvPr>
        </p:nvSpPr>
        <p:spPr>
          <a:xfrm>
            <a:off x="3124122" y="6356192"/>
            <a:ext cx="2895528" cy="365116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121897" spcFirstLastPara="1" rIns="121897" wrap="square" tIns="60932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290" name="Google Shape;290;p39"/>
          <p:cNvSpPr txBox="1"/>
          <p:nvPr>
            <p:ph idx="12" type="sldNum"/>
          </p:nvPr>
        </p:nvSpPr>
        <p:spPr>
          <a:xfrm>
            <a:off x="6553036" y="6356192"/>
            <a:ext cx="2133547" cy="365116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121897" spcFirstLastPara="1" rIns="121897" wrap="square" tIns="60932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0"/>
          <p:cNvSpPr txBox="1"/>
          <p:nvPr>
            <p:ph type="title"/>
          </p:nvPr>
        </p:nvSpPr>
        <p:spPr>
          <a:xfrm>
            <a:off x="457189" y="274630"/>
            <a:ext cx="8229394" cy="1142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121897" spcFirstLastPara="1" rIns="121897" wrap="square" tIns="60932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9pPr>
          </a:lstStyle>
          <a:p/>
        </p:txBody>
      </p:sp>
      <p:sp>
        <p:nvSpPr>
          <p:cNvPr id="293" name="Google Shape;293;p40"/>
          <p:cNvSpPr txBox="1"/>
          <p:nvPr>
            <p:ph idx="1" type="body"/>
          </p:nvPr>
        </p:nvSpPr>
        <p:spPr>
          <a:xfrm>
            <a:off x="457189" y="1535075"/>
            <a:ext cx="4040087" cy="639747"/>
          </a:xfrm>
          <a:prstGeom prst="rect">
            <a:avLst/>
          </a:prstGeom>
          <a:noFill/>
          <a:ln>
            <a:noFill/>
          </a:ln>
        </p:spPr>
        <p:txBody>
          <a:bodyPr anchorCtr="0" anchor="b" bIns="60932" lIns="121897" spcFirstLastPara="1" rIns="121897" wrap="square" tIns="60932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94" name="Google Shape;294;p40"/>
          <p:cNvSpPr txBox="1"/>
          <p:nvPr>
            <p:ph idx="2" type="body"/>
          </p:nvPr>
        </p:nvSpPr>
        <p:spPr>
          <a:xfrm>
            <a:off x="457189" y="2174820"/>
            <a:ext cx="4040087" cy="3951189"/>
          </a:xfrm>
          <a:prstGeom prst="rect">
            <a:avLst/>
          </a:prstGeom>
          <a:noFill/>
          <a:ln>
            <a:noFill/>
          </a:ln>
        </p:spPr>
        <p:txBody>
          <a:bodyPr anchorCtr="0" anchor="t" bIns="60932" lIns="121897" spcFirstLastPara="1" rIns="121897" wrap="square" tIns="60932">
            <a:normAutofit/>
          </a:bodyPr>
          <a:lstStyle>
            <a:lvl1pPr indent="-3429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2385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14325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048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048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048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048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048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048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295" name="Google Shape;295;p40"/>
          <p:cNvSpPr txBox="1"/>
          <p:nvPr>
            <p:ph idx="3" type="body"/>
          </p:nvPr>
        </p:nvSpPr>
        <p:spPr>
          <a:xfrm>
            <a:off x="4644909" y="1535075"/>
            <a:ext cx="4041674" cy="639747"/>
          </a:xfrm>
          <a:prstGeom prst="rect">
            <a:avLst/>
          </a:prstGeom>
          <a:noFill/>
          <a:ln>
            <a:noFill/>
          </a:ln>
        </p:spPr>
        <p:txBody>
          <a:bodyPr anchorCtr="0" anchor="b" bIns="60932" lIns="121897" spcFirstLastPara="1" rIns="121897" wrap="square" tIns="60932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96" name="Google Shape;296;p40"/>
          <p:cNvSpPr txBox="1"/>
          <p:nvPr>
            <p:ph idx="4" type="body"/>
          </p:nvPr>
        </p:nvSpPr>
        <p:spPr>
          <a:xfrm>
            <a:off x="4644909" y="2174820"/>
            <a:ext cx="4041674" cy="3951189"/>
          </a:xfrm>
          <a:prstGeom prst="rect">
            <a:avLst/>
          </a:prstGeom>
          <a:noFill/>
          <a:ln>
            <a:noFill/>
          </a:ln>
        </p:spPr>
        <p:txBody>
          <a:bodyPr anchorCtr="0" anchor="t" bIns="60932" lIns="121897" spcFirstLastPara="1" rIns="121897" wrap="square" tIns="60932">
            <a:normAutofit/>
          </a:bodyPr>
          <a:lstStyle>
            <a:lvl1pPr indent="-3429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2385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14325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048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048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048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048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048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048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297" name="Google Shape;297;p40"/>
          <p:cNvSpPr txBox="1"/>
          <p:nvPr>
            <p:ph idx="10" type="dt"/>
          </p:nvPr>
        </p:nvSpPr>
        <p:spPr>
          <a:xfrm>
            <a:off x="457189" y="6356192"/>
            <a:ext cx="2133547" cy="365116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121897" spcFirstLastPara="1" rIns="121897" wrap="square" tIns="60932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298" name="Google Shape;298;p40"/>
          <p:cNvSpPr txBox="1"/>
          <p:nvPr>
            <p:ph idx="11" type="ftr"/>
          </p:nvPr>
        </p:nvSpPr>
        <p:spPr>
          <a:xfrm>
            <a:off x="3124122" y="6356192"/>
            <a:ext cx="2895528" cy="365116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121897" spcFirstLastPara="1" rIns="121897" wrap="square" tIns="60932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299" name="Google Shape;299;p40"/>
          <p:cNvSpPr txBox="1"/>
          <p:nvPr>
            <p:ph idx="12" type="sldNum"/>
          </p:nvPr>
        </p:nvSpPr>
        <p:spPr>
          <a:xfrm>
            <a:off x="6553036" y="6356192"/>
            <a:ext cx="2133547" cy="365116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121897" spcFirstLastPara="1" rIns="121897" wrap="square" tIns="60932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1"/>
          <p:cNvSpPr txBox="1"/>
          <p:nvPr>
            <p:ph type="title"/>
          </p:nvPr>
        </p:nvSpPr>
        <p:spPr>
          <a:xfrm>
            <a:off x="457189" y="274630"/>
            <a:ext cx="8229394" cy="1142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121897" spcFirstLastPara="1" rIns="121897" wrap="square" tIns="60932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9pPr>
          </a:lstStyle>
          <a:p/>
        </p:txBody>
      </p:sp>
      <p:sp>
        <p:nvSpPr>
          <p:cNvPr id="302" name="Google Shape;302;p41"/>
          <p:cNvSpPr txBox="1"/>
          <p:nvPr>
            <p:ph idx="10" type="dt"/>
          </p:nvPr>
        </p:nvSpPr>
        <p:spPr>
          <a:xfrm>
            <a:off x="457189" y="6356192"/>
            <a:ext cx="2133547" cy="365116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121897" spcFirstLastPara="1" rIns="121897" wrap="square" tIns="60932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303" name="Google Shape;303;p41"/>
          <p:cNvSpPr txBox="1"/>
          <p:nvPr>
            <p:ph idx="11" type="ftr"/>
          </p:nvPr>
        </p:nvSpPr>
        <p:spPr>
          <a:xfrm>
            <a:off x="3124122" y="6356192"/>
            <a:ext cx="2895528" cy="365116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121897" spcFirstLastPara="1" rIns="121897" wrap="square" tIns="60932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304" name="Google Shape;304;p41"/>
          <p:cNvSpPr txBox="1"/>
          <p:nvPr>
            <p:ph idx="12" type="sldNum"/>
          </p:nvPr>
        </p:nvSpPr>
        <p:spPr>
          <a:xfrm>
            <a:off x="6553036" y="6356192"/>
            <a:ext cx="2133547" cy="365116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121897" spcFirstLastPara="1" rIns="121897" wrap="square" tIns="60932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42"/>
          <p:cNvSpPr txBox="1"/>
          <p:nvPr>
            <p:ph type="title"/>
          </p:nvPr>
        </p:nvSpPr>
        <p:spPr>
          <a:xfrm>
            <a:off x="457189" y="273043"/>
            <a:ext cx="3008238" cy="1162022"/>
          </a:xfrm>
          <a:prstGeom prst="rect">
            <a:avLst/>
          </a:prstGeom>
          <a:noFill/>
          <a:ln>
            <a:noFill/>
          </a:ln>
        </p:spPr>
        <p:txBody>
          <a:bodyPr anchorCtr="0" anchor="b" bIns="60932" lIns="121897" spcFirstLastPara="1" rIns="121897" wrap="square" tIns="60932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67"/>
              <a:buNone/>
              <a:defRPr/>
            </a:lvl9pPr>
          </a:lstStyle>
          <a:p/>
        </p:txBody>
      </p:sp>
      <p:sp>
        <p:nvSpPr>
          <p:cNvPr id="307" name="Google Shape;307;p42"/>
          <p:cNvSpPr txBox="1"/>
          <p:nvPr>
            <p:ph idx="1" type="body"/>
          </p:nvPr>
        </p:nvSpPr>
        <p:spPr>
          <a:xfrm>
            <a:off x="3574960" y="273044"/>
            <a:ext cx="5111623" cy="5852967"/>
          </a:xfrm>
          <a:prstGeom prst="rect">
            <a:avLst/>
          </a:prstGeom>
          <a:noFill/>
          <a:ln>
            <a:noFill/>
          </a:ln>
        </p:spPr>
        <p:txBody>
          <a:bodyPr anchorCtr="0" anchor="t" bIns="60932" lIns="121897" spcFirstLastPara="1" rIns="121897" wrap="square" tIns="60932">
            <a:normAutofit/>
          </a:bodyPr>
          <a:lstStyle>
            <a:lvl1pPr indent="-3810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36195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429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2385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2385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2385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2385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2385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2385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308" name="Google Shape;308;p42"/>
          <p:cNvSpPr txBox="1"/>
          <p:nvPr>
            <p:ph idx="2" type="body"/>
          </p:nvPr>
        </p:nvSpPr>
        <p:spPr>
          <a:xfrm>
            <a:off x="457189" y="1435065"/>
            <a:ext cx="3008238" cy="4690945"/>
          </a:xfrm>
          <a:prstGeom prst="rect">
            <a:avLst/>
          </a:prstGeom>
          <a:noFill/>
          <a:ln>
            <a:noFill/>
          </a:ln>
        </p:spPr>
        <p:txBody>
          <a:bodyPr anchorCtr="0" anchor="t" bIns="60932" lIns="121897" spcFirstLastPara="1" rIns="121897" wrap="square" tIns="60932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309" name="Google Shape;309;p42"/>
          <p:cNvSpPr txBox="1"/>
          <p:nvPr>
            <p:ph idx="10" type="dt"/>
          </p:nvPr>
        </p:nvSpPr>
        <p:spPr>
          <a:xfrm>
            <a:off x="457189" y="6356192"/>
            <a:ext cx="2133547" cy="365116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121897" spcFirstLastPara="1" rIns="121897" wrap="square" tIns="60932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310" name="Google Shape;310;p42"/>
          <p:cNvSpPr txBox="1"/>
          <p:nvPr>
            <p:ph idx="11" type="ftr"/>
          </p:nvPr>
        </p:nvSpPr>
        <p:spPr>
          <a:xfrm>
            <a:off x="3124122" y="6356192"/>
            <a:ext cx="2895528" cy="365116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121897" spcFirstLastPara="1" rIns="121897" wrap="square" tIns="60932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/>
            </a:lvl9pPr>
          </a:lstStyle>
          <a:p/>
        </p:txBody>
      </p:sp>
      <p:sp>
        <p:nvSpPr>
          <p:cNvPr id="311" name="Google Shape;311;p42"/>
          <p:cNvSpPr txBox="1"/>
          <p:nvPr>
            <p:ph idx="12" type="sldNum"/>
          </p:nvPr>
        </p:nvSpPr>
        <p:spPr>
          <a:xfrm>
            <a:off x="6553036" y="6356192"/>
            <a:ext cx="2133547" cy="365116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121897" spcFirstLastPara="1" rIns="121897" wrap="square" tIns="60932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15.xml"/><Relationship Id="rId1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3"/>
          <p:cNvSpPr txBox="1"/>
          <p:nvPr>
            <p:ph type="title"/>
          </p:nvPr>
        </p:nvSpPr>
        <p:spPr>
          <a:xfrm>
            <a:off x="457189" y="274630"/>
            <a:ext cx="8229394" cy="1142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121897" spcFirstLastPara="1" rIns="121897" wrap="square" tIns="60932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67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1867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1867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1867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1867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1867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1867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1867"/>
              <a:buNone/>
              <a:defRPr sz="2400"/>
            </a:lvl9pPr>
          </a:lstStyle>
          <a:p/>
        </p:txBody>
      </p:sp>
      <p:sp>
        <p:nvSpPr>
          <p:cNvPr id="257" name="Google Shape;257;p33"/>
          <p:cNvSpPr txBox="1"/>
          <p:nvPr>
            <p:ph idx="1" type="body"/>
          </p:nvPr>
        </p:nvSpPr>
        <p:spPr>
          <a:xfrm>
            <a:off x="457189" y="1600161"/>
            <a:ext cx="8229394" cy="4525849"/>
          </a:xfrm>
          <a:prstGeom prst="rect">
            <a:avLst/>
          </a:prstGeom>
          <a:noFill/>
          <a:ln>
            <a:noFill/>
          </a:ln>
        </p:spPr>
        <p:txBody>
          <a:bodyPr anchorCtr="0" anchor="t" bIns="60932" lIns="121897" spcFirstLastPara="1" rIns="121897" wrap="square" tIns="60932">
            <a:normAutofit/>
          </a:bodyPr>
          <a:lstStyle>
            <a:lvl1pPr indent="-3810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8" name="Google Shape;258;p33"/>
          <p:cNvSpPr txBox="1"/>
          <p:nvPr>
            <p:ph idx="10" type="dt"/>
          </p:nvPr>
        </p:nvSpPr>
        <p:spPr>
          <a:xfrm>
            <a:off x="457189" y="6356192"/>
            <a:ext cx="2133547" cy="365116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121897" spcFirstLastPara="1" rIns="121897" wrap="square" tIns="60932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67"/>
              <a:buFont typeface="Calibri"/>
              <a:buNone/>
              <a:defRPr b="0" i="0" sz="1867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67"/>
              <a:buFont typeface="Calibri"/>
              <a:buNone/>
              <a:defRPr b="0" i="0" sz="1867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67"/>
              <a:buFont typeface="Calibri"/>
              <a:buNone/>
              <a:defRPr b="0" i="0" sz="1867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67"/>
              <a:buFont typeface="Calibri"/>
              <a:buNone/>
              <a:defRPr b="0" i="0" sz="1867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67"/>
              <a:buFont typeface="Calibri"/>
              <a:buNone/>
              <a:defRPr b="0" i="0" sz="1867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67"/>
              <a:buFont typeface="Calibri"/>
              <a:buNone/>
              <a:defRPr b="0" i="0" sz="1867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67"/>
              <a:buFont typeface="Calibri"/>
              <a:buNone/>
              <a:defRPr b="0" i="0" sz="1867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67"/>
              <a:buFont typeface="Calibri"/>
              <a:buNone/>
              <a:defRPr b="0" i="0" sz="1867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9" name="Google Shape;259;p33"/>
          <p:cNvSpPr txBox="1"/>
          <p:nvPr>
            <p:ph idx="11" type="ftr"/>
          </p:nvPr>
        </p:nvSpPr>
        <p:spPr>
          <a:xfrm>
            <a:off x="3124122" y="6356192"/>
            <a:ext cx="2895528" cy="365116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121897" spcFirstLastPara="1" rIns="121897" wrap="square" tIns="60932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67"/>
              <a:buFont typeface="Calibri"/>
              <a:buNone/>
              <a:defRPr b="0" i="0" sz="1867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67"/>
              <a:buFont typeface="Calibri"/>
              <a:buNone/>
              <a:defRPr b="0" i="0" sz="1867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67"/>
              <a:buFont typeface="Calibri"/>
              <a:buNone/>
              <a:defRPr b="0" i="0" sz="1867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67"/>
              <a:buFont typeface="Calibri"/>
              <a:buNone/>
              <a:defRPr b="0" i="0" sz="1867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67"/>
              <a:buFont typeface="Calibri"/>
              <a:buNone/>
              <a:defRPr b="0" i="0" sz="1867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67"/>
              <a:buFont typeface="Calibri"/>
              <a:buNone/>
              <a:defRPr b="0" i="0" sz="1867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67"/>
              <a:buFont typeface="Calibri"/>
              <a:buNone/>
              <a:defRPr b="0" i="0" sz="1867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67"/>
              <a:buFont typeface="Calibri"/>
              <a:buNone/>
              <a:defRPr b="0" i="0" sz="1867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0" name="Google Shape;260;p33"/>
          <p:cNvSpPr txBox="1"/>
          <p:nvPr>
            <p:ph idx="12" type="sldNum"/>
          </p:nvPr>
        </p:nvSpPr>
        <p:spPr>
          <a:xfrm>
            <a:off x="6553036" y="6356192"/>
            <a:ext cx="2133547" cy="365116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32" lIns="121897" spcFirstLastPara="1" rIns="121897" wrap="square" tIns="60932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867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59"/>
          <p:cNvSpPr/>
          <p:nvPr/>
        </p:nvSpPr>
        <p:spPr>
          <a:xfrm>
            <a:off x="0" y="0"/>
            <a:ext cx="3291758" cy="685782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60932" lIns="121897" spcFirstLastPara="1" rIns="121897" wrap="square" tIns="60932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504D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59"/>
          <p:cNvSpPr txBox="1"/>
          <p:nvPr/>
        </p:nvSpPr>
        <p:spPr>
          <a:xfrm>
            <a:off x="457189" y="914377"/>
            <a:ext cx="2560256" cy="22953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</a:pPr>
            <a:r>
              <a:rPr b="1" i="0" lang="en" sz="4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Team &amp;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</a:pPr>
            <a:r>
              <a:rPr b="1" i="0" lang="en" sz="4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Locations.</a:t>
            </a:r>
            <a:endParaRPr/>
          </a:p>
        </p:txBody>
      </p:sp>
      <p:sp>
        <p:nvSpPr>
          <p:cNvPr id="503" name="Google Shape;503;p59"/>
          <p:cNvSpPr txBox="1"/>
          <p:nvPr/>
        </p:nvSpPr>
        <p:spPr>
          <a:xfrm>
            <a:off x="457189" y="2926007"/>
            <a:ext cx="2560256" cy="9259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2A0FF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A2A0FF"/>
                </a:solidFill>
                <a:latin typeface="Calibri"/>
                <a:ea typeface="Calibri"/>
                <a:cs typeface="Calibri"/>
                <a:sym typeface="Calibri"/>
              </a:rPr>
              <a:t>(844) 799-7044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2A0FF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A2A0FF"/>
                </a:solidFill>
                <a:latin typeface="Calibri"/>
                <a:ea typeface="Calibri"/>
                <a:cs typeface="Calibri"/>
                <a:sym typeface="Calibri"/>
              </a:rPr>
              <a:t>1700 Montgomery St, Ste 221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2A0FF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A2A0FF"/>
                </a:solidFill>
                <a:latin typeface="Calibri"/>
                <a:ea typeface="Calibri"/>
                <a:cs typeface="Calibri"/>
                <a:sym typeface="Calibri"/>
              </a:rPr>
              <a:t>San Francisco, CA 94111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2A0FF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A2A0FF"/>
                </a:solidFill>
                <a:latin typeface="Calibri"/>
                <a:ea typeface="Calibri"/>
                <a:cs typeface="Calibri"/>
                <a:sym typeface="Calibri"/>
              </a:rPr>
              <a:t>United States</a:t>
            </a:r>
            <a:endParaRPr/>
          </a:p>
        </p:txBody>
      </p:sp>
      <p:sp>
        <p:nvSpPr>
          <p:cNvPr id="504" name="Google Shape;504;p59"/>
          <p:cNvSpPr txBox="1"/>
          <p:nvPr/>
        </p:nvSpPr>
        <p:spPr>
          <a:xfrm>
            <a:off x="457189" y="4663325"/>
            <a:ext cx="2560256" cy="215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2A0FF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A2A0FF"/>
                </a:solidFill>
                <a:latin typeface="Calibri"/>
                <a:ea typeface="Calibri"/>
                <a:cs typeface="Calibri"/>
                <a:sym typeface="Calibri"/>
              </a:rPr>
              <a:t>HQ in San Francisco, CA</a:t>
            </a:r>
            <a:endParaRPr/>
          </a:p>
        </p:txBody>
      </p:sp>
      <p:sp>
        <p:nvSpPr>
          <p:cNvPr id="505" name="Google Shape;505;p59"/>
          <p:cNvSpPr txBox="1"/>
          <p:nvPr/>
        </p:nvSpPr>
        <p:spPr>
          <a:xfrm>
            <a:off x="3657508" y="640064"/>
            <a:ext cx="2285943" cy="1896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Remote personnel — Worldwide</a:t>
            </a:r>
            <a:endParaRPr/>
          </a:p>
        </p:txBody>
      </p:sp>
      <p:sp>
        <p:nvSpPr>
          <p:cNvPr id="506" name="Google Shape;506;p59"/>
          <p:cNvSpPr txBox="1"/>
          <p:nvPr/>
        </p:nvSpPr>
        <p:spPr>
          <a:xfrm>
            <a:off x="3657508" y="1325848"/>
            <a:ext cx="1920192" cy="2068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35CFF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735CFF"/>
                </a:solidFill>
                <a:latin typeface="Calibri"/>
                <a:ea typeface="Calibri"/>
                <a:cs typeface="Calibri"/>
                <a:sym typeface="Calibri"/>
              </a:rPr>
              <a:t>United States</a:t>
            </a:r>
            <a:endParaRPr/>
          </a:p>
        </p:txBody>
      </p:sp>
      <p:sp>
        <p:nvSpPr>
          <p:cNvPr id="507" name="Google Shape;507;p59"/>
          <p:cNvSpPr txBox="1"/>
          <p:nvPr/>
        </p:nvSpPr>
        <p:spPr>
          <a:xfrm>
            <a:off x="3657508" y="1737317"/>
            <a:ext cx="1920192" cy="21108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San Francisco, CA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Columbus, OH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Nashville, TN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Seattle, WA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Iowa City, IA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Atlanta, GA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Charlotte, NC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Detroit, MI</a:t>
            </a:r>
            <a:endParaRPr b="0" i="0" sz="1100" u="none" cap="none" strike="noStrike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Austin, TX</a:t>
            </a:r>
            <a:endParaRPr/>
          </a:p>
        </p:txBody>
      </p:sp>
      <p:sp>
        <p:nvSpPr>
          <p:cNvPr id="508" name="Google Shape;508;p59"/>
          <p:cNvSpPr txBox="1"/>
          <p:nvPr/>
        </p:nvSpPr>
        <p:spPr>
          <a:xfrm>
            <a:off x="5669138" y="1325848"/>
            <a:ext cx="1920192" cy="2068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35CFF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735CFF"/>
                </a:solidFill>
                <a:latin typeface="Calibri"/>
                <a:ea typeface="Calibri"/>
                <a:cs typeface="Calibri"/>
                <a:sym typeface="Calibri"/>
              </a:rPr>
              <a:t>Americas</a:t>
            </a:r>
            <a:endParaRPr/>
          </a:p>
        </p:txBody>
      </p:sp>
      <p:sp>
        <p:nvSpPr>
          <p:cNvPr id="509" name="Google Shape;509;p59"/>
          <p:cNvSpPr txBox="1"/>
          <p:nvPr/>
        </p:nvSpPr>
        <p:spPr>
          <a:xfrm>
            <a:off x="5669138" y="1737317"/>
            <a:ext cx="1920192" cy="9259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CDMX, MX</a:t>
            </a:r>
            <a:endParaRPr b="0" i="0" sz="1100" u="none" cap="none" strike="noStrike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Guadalajara, MX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Hermosillo, MX</a:t>
            </a:r>
            <a:endParaRPr b="0" i="0" sz="1100" u="none" cap="none" strike="noStrike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Curitiba, Brazil</a:t>
            </a:r>
            <a:endParaRPr/>
          </a:p>
        </p:txBody>
      </p:sp>
      <p:sp>
        <p:nvSpPr>
          <p:cNvPr id="510" name="Google Shape;510;p59"/>
          <p:cNvSpPr txBox="1"/>
          <p:nvPr/>
        </p:nvSpPr>
        <p:spPr>
          <a:xfrm>
            <a:off x="7680768" y="1325848"/>
            <a:ext cx="1920192" cy="2068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35CFF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735CFF"/>
                </a:solidFill>
                <a:latin typeface="Calibri"/>
                <a:ea typeface="Calibri"/>
                <a:cs typeface="Calibri"/>
                <a:sym typeface="Calibri"/>
              </a:rPr>
              <a:t>Asia</a:t>
            </a:r>
            <a:endParaRPr/>
          </a:p>
        </p:txBody>
      </p:sp>
      <p:sp>
        <p:nvSpPr>
          <p:cNvPr id="511" name="Google Shape;511;p59"/>
          <p:cNvSpPr txBox="1"/>
          <p:nvPr/>
        </p:nvSpPr>
        <p:spPr>
          <a:xfrm>
            <a:off x="7680768" y="1737317"/>
            <a:ext cx="1920192" cy="1636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Taipei, TW</a:t>
            </a:r>
            <a:endParaRPr b="0" i="0" sz="1100" u="none" cap="none" strike="noStrike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Shanghai, CH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Nantong, CH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Shenzhen, CH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Haiyan, CH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Ha Noi, VN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Bengaluru, IN</a:t>
            </a:r>
            <a:endParaRPr b="0" i="0" sz="1100" u="none" cap="none" strike="noStrike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59"/>
          <p:cNvSpPr txBox="1"/>
          <p:nvPr/>
        </p:nvSpPr>
        <p:spPr>
          <a:xfrm>
            <a:off x="9692398" y="1325848"/>
            <a:ext cx="1920192" cy="2068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35CFF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735CFF"/>
                </a:solidFill>
                <a:latin typeface="Calibri"/>
                <a:ea typeface="Calibri"/>
                <a:cs typeface="Calibri"/>
                <a:sym typeface="Calibri"/>
              </a:rPr>
              <a:t>Europe</a:t>
            </a:r>
            <a:endParaRPr/>
          </a:p>
        </p:txBody>
      </p:sp>
      <p:sp>
        <p:nvSpPr>
          <p:cNvPr id="513" name="Google Shape;513;p59"/>
          <p:cNvSpPr txBox="1"/>
          <p:nvPr/>
        </p:nvSpPr>
        <p:spPr>
          <a:xfrm>
            <a:off x="9692398" y="1737318"/>
            <a:ext cx="1920192" cy="215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Zurich, Switzerland</a:t>
            </a:r>
            <a:endParaRPr/>
          </a:p>
        </p:txBody>
      </p:sp>
      <p:pic>
        <p:nvPicPr>
          <p:cNvPr descr="a151_1292cbef536f.png" id="514" name="Google Shape;514;p5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57508" y="3303949"/>
            <a:ext cx="8229394" cy="394593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16" name="Google Shape;516;p5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606775" y="320032"/>
            <a:ext cx="1280128" cy="2707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