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17"/>
            <a:ext cx="1845157" cy="221349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397"/>
            <a:ext cx="1845157" cy="2505475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9" y="1134477"/>
            <a:ext cx="3452320" cy="4577371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51" y="2400879"/>
            <a:ext cx="3760713" cy="13647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57" y="3428828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817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71"/>
            <a:ext cx="4841087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49" y="1120543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813825"/>
            <a:ext cx="255988" cy="25599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49" y="2461009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2154291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49" y="3801476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3494759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49" y="5152875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4846156"/>
            <a:ext cx="255988" cy="2559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>
            <a:off x="5703935" y="383180"/>
            <a:ext cx="0" cy="6097694"/>
          </a:xfrm>
          <a:prstGeom prst="straightConnector1">
            <a:avLst/>
          </a:prstGeom>
          <a:noFill/>
          <a:ln cap="flat" cmpd="sng" w="16933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50"/>
            <a:ext cx="4571494" cy="26822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50" y="4963749"/>
            <a:ext cx="4733890" cy="1422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50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90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47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33" y="674766"/>
            <a:ext cx="4725890" cy="7723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57" y="702398"/>
            <a:ext cx="5369075" cy="577731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646"/>
            <a:ext cx="2345545" cy="3867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7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82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906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33" y="1782285"/>
            <a:ext cx="2334684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82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7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3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488"/>
            <a:ext cx="11451732" cy="4919354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6" y="544502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6" y="1237004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6" y="6426294"/>
            <a:ext cx="1136558" cy="255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6" y="2202954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910" y="6471659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6" y="544501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6" y="1237005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5" y="6426294"/>
            <a:ext cx="1136570" cy="2559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6" y="2202957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910" y="6471659"/>
            <a:ext cx="169196" cy="143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919" y="6332818"/>
            <a:ext cx="466388" cy="471976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13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51" y="4657201"/>
            <a:ext cx="7980214" cy="1326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5" y="3550802"/>
            <a:ext cx="1783158" cy="52117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8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9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22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24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113" name="Google Shape;113;p18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92" y="368315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5" y="5230545"/>
            <a:ext cx="7812218" cy="603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3" y="1056714"/>
            <a:ext cx="107369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3" y="6028732"/>
            <a:ext cx="107265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3" y="2992457"/>
            <a:ext cx="8162209" cy="18807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2" y="622163"/>
            <a:ext cx="1482730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3" y="47141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3" y="1120801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3" y="177018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3" y="2419502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3" y="306888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699" y="-136"/>
            <a:ext cx="12208652" cy="6857656"/>
            <a:chOff x="1" y="0"/>
            <a:chExt cx="16277769" cy="9143542"/>
          </a:xfrm>
        </p:grpSpPr>
        <p:cxnSp>
          <p:nvCxnSpPr>
            <p:cNvPr id="144" name="Google Shape;144;p21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>
              <a:off x="428347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>
              <a:off x="5140167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>
              <a:off x="5996862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>
              <a:off x="685355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>
              <a:off x="771025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>
              <a:off x="856694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>
              <a:off x="942364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>
              <a:off x="1028033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>
              <a:off x="1113702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>
              <a:off x="1199372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>
              <a:off x="1285056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>
              <a:off x="1370725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>
              <a:off x="145641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5420933" y="0"/>
              <a:ext cx="856837" cy="9143542"/>
              <a:chOff x="1" y="0"/>
              <a:chExt cx="856837" cy="9143542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>
                <a:off x="1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>
                <a:off x="856839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3" y="3718270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3" y="43676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3" y="501696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3" y="56663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3" y="6315637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23" y="1768512"/>
            <a:ext cx="8345005" cy="2597470"/>
          </a:xfrm>
          <a:prstGeom prst="rect">
            <a:avLst/>
          </a:prstGeom>
          <a:solidFill>
            <a:srgbClr val="493691"/>
          </a:solidFill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57" y="2307206"/>
            <a:ext cx="5767465" cy="60357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30"/>
            <a:ext cx="5725866" cy="3737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6" y="1600120"/>
            <a:ext cx="10972544" cy="5257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33"/>
          <p:cNvGrpSpPr/>
          <p:nvPr/>
        </p:nvGrpSpPr>
        <p:grpSpPr>
          <a:xfrm>
            <a:off x="5498114" y="774191"/>
            <a:ext cx="6257970" cy="5110072"/>
            <a:chOff x="-1" y="-1"/>
            <a:chExt cx="8343961" cy="6813430"/>
          </a:xfrm>
        </p:grpSpPr>
        <p:sp>
          <p:nvSpPr>
            <p:cNvPr id="260" name="Google Shape;260;p33"/>
            <p:cNvSpPr/>
            <p:nvPr/>
          </p:nvSpPr>
          <p:spPr>
            <a:xfrm>
              <a:off x="1530530" y="-1"/>
              <a:ext cx="6813430" cy="6813430"/>
            </a:xfrm>
            <a:prstGeom prst="ellipse">
              <a:avLst/>
            </a:prstGeom>
            <a:solidFill>
              <a:srgbClr val="856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t/>
              </a:r>
              <a:endParaRPr b="0" i="0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33"/>
            <p:cNvSpPr/>
            <p:nvPr/>
          </p:nvSpPr>
          <p:spPr>
            <a:xfrm>
              <a:off x="2040373" y="509841"/>
              <a:ext cx="5793855" cy="5793855"/>
            </a:xfrm>
            <a:prstGeom prst="ellipse">
              <a:avLst/>
            </a:prstGeom>
            <a:solidFill>
              <a:srgbClr val="9574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t/>
              </a:r>
              <a:endParaRPr b="0" i="0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camera_OV80i_masked.pngGoogle Shape;216;p19" id="262" name="Google Shape;262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1" y="323239"/>
              <a:ext cx="7278021" cy="591960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3" name="Google Shape;263;p33"/>
          <p:cNvSpPr txBox="1"/>
          <p:nvPr>
            <p:ph type="title"/>
          </p:nvPr>
        </p:nvSpPr>
        <p:spPr>
          <a:xfrm>
            <a:off x="379790" y="1039501"/>
            <a:ext cx="5225469" cy="20355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333">
                <a:solidFill>
                  <a:srgbClr val="FAF9FE"/>
                </a:solidFill>
              </a:rPr>
              <a:t>AI Vision Feasibility Tests</a:t>
            </a:r>
            <a:endParaRPr b="1" sz="5333">
              <a:solidFill>
                <a:srgbClr val="FAF9FE"/>
              </a:solidFill>
            </a:endParaRPr>
          </a:p>
        </p:txBody>
      </p:sp>
      <p:pic>
        <p:nvPicPr>
          <p:cNvPr descr="Logo-white.pngGoogle Shape;16;p2" id="264" name="Google Shape;264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9790" y="622163"/>
            <a:ext cx="1482727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3"/>
          <p:cNvSpPr txBox="1"/>
          <p:nvPr/>
        </p:nvSpPr>
        <p:spPr>
          <a:xfrm>
            <a:off x="150196" y="4567571"/>
            <a:ext cx="5734257" cy="1624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70000" lnSpcReduction="10000"/>
          </a:bodyPr>
          <a:lstStyle/>
          <a:p>
            <a:pPr indent="0" lvl="0" marL="0" marR="0" rtl="0" algn="l">
              <a:lnSpc>
                <a:spcPct val="1218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38462"/>
              <a:buFont typeface="Arial"/>
              <a:buNone/>
            </a:pPr>
            <a: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Site: {{ site }}</a:t>
            </a:r>
            <a:b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lang="en" sz="3467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Project: {{ project_name }}</a:t>
            </a:r>
            <a:b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Date: {{ date }}</a:t>
            </a:r>
            <a:br>
              <a:rPr b="1" i="0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1" lang="en" sz="3467" u="none" cap="none" strike="noStrik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Sales engineer name: {{ se_name }}</a:t>
            </a:r>
            <a:endParaRPr b="0" sz="2533" u="none" cap="none" strike="noStrike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