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369989" y="979441"/>
            <a:ext cx="1845154" cy="2213545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369989" y="3361481"/>
            <a:ext cx="1845154" cy="2505537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2490115" y="1134505"/>
            <a:ext cx="3452314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7704039" y="2400939"/>
            <a:ext cx="3760706" cy="13647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6095847" y="3428914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369989" y="3428902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369989" y="554985"/>
            <a:ext cx="4841079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6452739" y="1120571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6452739" y="24610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6452739" y="38015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6452739" y="5153004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5703925" y="383190"/>
            <a:ext cx="0" cy="609784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369989" y="1415785"/>
            <a:ext cx="4571486" cy="268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369989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726948" y="4963874"/>
            <a:ext cx="4733882" cy="142236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726948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5745580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6102537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7095722" y="674783"/>
            <a:ext cx="4725882" cy="772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369989" y="4432758"/>
            <a:ext cx="2345541" cy="38679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385456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89017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539489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7883420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369989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884778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5399566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7866621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369989" y="1560526"/>
            <a:ext cx="11451714" cy="4919477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218060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609585" y="544516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10110579" y="6325275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609585" y="1237034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11767890" y="6471821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218061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609585" y="544514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10110579" y="6325274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609585" y="1237036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609585" y="2203012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11767890" y="6471821"/>
            <a:ext cx="169196" cy="1435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11673899" y="6332976"/>
            <a:ext cx="466388" cy="471988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375889" y="368323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3464545" y="4657317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557234" y="3550890"/>
            <a:ext cx="1783155" cy="52118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557067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889694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520427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753131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9846808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375891" y="368324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1094643" y="5230676"/>
            <a:ext cx="7812205" cy="603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734482" y="1056740"/>
            <a:ext cx="10736931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734482" y="6028883"/>
            <a:ext cx="1072653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1060672" y="2992532"/>
            <a:ext cx="8162196" cy="188075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25233" y="47142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25233" y="1120829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25233" y="1770230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25233" y="24195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25233" y="30689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4699" y="-136"/>
            <a:ext cx="12208632" cy="6857828"/>
            <a:chOff x="1" y="0"/>
            <a:chExt cx="12208632" cy="6857828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321268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385522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449775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514029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578283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642537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706790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7710444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835298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899551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963816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1028069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1092335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11565989" y="0"/>
              <a:ext cx="642644" cy="6857828"/>
              <a:chOff x="1" y="0"/>
              <a:chExt cx="642644" cy="6857828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642645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25233" y="37183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25233" y="43677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25233" y="50170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25233" y="566649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25233" y="63157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916919" y="1768556"/>
            <a:ext cx="8344991" cy="2597535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6052947" y="2307264"/>
            <a:ext cx="5767456" cy="6035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369989" y="1412865"/>
            <a:ext cx="5725857" cy="37379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609585" y="1600160"/>
            <a:ext cx="10972526" cy="5257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" name="Google Shape;270;p35"/>
          <p:cNvGrpSpPr/>
          <p:nvPr/>
        </p:nvGrpSpPr>
        <p:grpSpPr>
          <a:xfrm>
            <a:off x="5498105" y="774211"/>
            <a:ext cx="6258199" cy="5110272"/>
            <a:chOff x="-1" y="-1"/>
            <a:chExt cx="6258199" cy="5110272"/>
          </a:xfrm>
        </p:grpSpPr>
        <p:sp>
          <p:nvSpPr>
            <p:cNvPr id="271" name="Google Shape;271;p35"/>
            <p:cNvSpPr/>
            <p:nvPr/>
          </p:nvSpPr>
          <p:spPr>
            <a:xfrm>
              <a:off x="1147926" y="-1"/>
              <a:ext cx="5110272" cy="5110272"/>
            </a:xfrm>
            <a:prstGeom prst="ellipse">
              <a:avLst/>
            </a:prstGeom>
            <a:solidFill>
              <a:srgbClr val="856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867"/>
                <a:buFont typeface="Montserrat"/>
                <a:buNone/>
              </a:pPr>
              <a:r>
                <a:t/>
              </a:r>
              <a:endParaRPr b="0" i="0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5"/>
            <p:cNvSpPr/>
            <p:nvPr/>
          </p:nvSpPr>
          <p:spPr>
            <a:xfrm>
              <a:off x="1530318" y="382390"/>
              <a:ext cx="4345491" cy="4345491"/>
            </a:xfrm>
            <a:prstGeom prst="ellipse">
              <a:avLst/>
            </a:prstGeom>
            <a:solidFill>
              <a:srgbClr val="9574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867"/>
                <a:buFont typeface="Montserrat"/>
                <a:buNone/>
              </a:pPr>
              <a:r>
                <a:t/>
              </a:r>
              <a:endParaRPr b="0" i="0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camera_OV80i_masked.pngGoogle Shape;216;p19" id="273" name="Google Shape;273;p3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1" y="242435"/>
              <a:ext cx="5458651" cy="44398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4" name="Google Shape;274;p35"/>
          <p:cNvSpPr txBox="1"/>
          <p:nvPr>
            <p:ph type="title"/>
          </p:nvPr>
        </p:nvSpPr>
        <p:spPr>
          <a:xfrm>
            <a:off x="379790" y="1039539"/>
            <a:ext cx="5225469" cy="92397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5333"/>
              <a:buFont typeface="Montserrat SemiBold"/>
              <a:buNone/>
            </a:pPr>
            <a:r>
              <a:rPr b="1" i="0" lang="en" sz="5333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OV</a:t>
            </a:r>
            <a:r>
              <a:rPr b="1" lang="en" sz="5333"/>
              <a:t>8</a:t>
            </a:r>
            <a:r>
              <a:rPr b="1" i="0" lang="en" sz="5333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0i</a:t>
            </a:r>
            <a:endParaRPr/>
          </a:p>
        </p:txBody>
      </p:sp>
      <p:sp>
        <p:nvSpPr>
          <p:cNvPr id="275" name="Google Shape;275;p35"/>
          <p:cNvSpPr txBox="1"/>
          <p:nvPr/>
        </p:nvSpPr>
        <p:spPr>
          <a:xfrm>
            <a:off x="150196" y="4567686"/>
            <a:ext cx="5734257" cy="1624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218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lang="en" sz="4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{{ recipe_title }}</a:t>
            </a:r>
            <a:endParaRPr sz="384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descr="Logo-white.pngGoogle Shape;16;p2" id="276" name="Google Shape;276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9790" y="622178"/>
            <a:ext cx="1482764" cy="277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