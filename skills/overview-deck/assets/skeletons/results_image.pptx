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69989" y="554985"/>
            <a:ext cx="11451714" cy="8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4000"/>
              <a:buFont typeface="Montserrat SemiBold"/>
              <a:buNone/>
            </a:pPr>
            <a:r>
              <a:rPr b="1" lang="en">
                <a:solidFill>
                  <a:srgbClr val="241465"/>
                </a:solidFill>
              </a:rPr>
              <a:t>{{recipe_name}}</a:t>
            </a:r>
            <a:endParaRPr b="1" i="0" sz="4000" u="none" cap="none" strike="noStrike">
              <a:solidFill>
                <a:srgbClr val="24146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386922" y="1395101"/>
            <a:ext cx="11417714" cy="287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41465"/>
              </a:buClr>
              <a:buSzPts val="1867"/>
              <a:buFont typeface="Proxima Nova"/>
              <a:buNone/>
            </a:pPr>
            <a:r>
              <a:rPr b="1" lang="en">
                <a:solidFill>
                  <a:srgbClr val="241465"/>
                </a:solidFill>
                <a:latin typeface="Proxima Nova"/>
                <a:ea typeface="Proxima Nova"/>
                <a:cs typeface="Proxima Nova"/>
                <a:sym typeface="Proxima Nova"/>
              </a:rPr>
              <a:t>{{brief_description}}</a:t>
            </a:r>
            <a:endParaRPr b="1" i="0" sz="1867" u="none" cap="none" strike="noStrike">
              <a:solidFill>
                <a:srgbClr val="24146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descr="{{image}}" id="272" name="Google Shape;272;p35"/>
          <p:cNvSpPr/>
          <p:nvPr/>
        </p:nvSpPr>
        <p:spPr>
          <a:xfrm>
            <a:off x="222794" y="2317342"/>
            <a:ext cx="5627059" cy="3735107"/>
          </a:xfrm>
          <a:prstGeom prst="rect">
            <a:avLst/>
          </a:prstGeom>
          <a:solidFill>
            <a:srgbClr val="190E42"/>
          </a:solidFill>
          <a:ln cap="flat" cmpd="sng" w="33866">
            <a:solidFill>
              <a:srgbClr val="AF9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867"/>
              <a:buFont typeface="Arial"/>
              <a:buNone/>
            </a:pPr>
            <a:r>
              <a:rPr b="0" i="0" lang="en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/>
          </a:p>
        </p:txBody>
      </p:sp>
      <p:sp>
        <p:nvSpPr>
          <p:cNvPr descr="{{image_with_overlay}}" id="273" name="Google Shape;273;p35"/>
          <p:cNvSpPr/>
          <p:nvPr/>
        </p:nvSpPr>
        <p:spPr>
          <a:xfrm>
            <a:off x="6341841" y="2317342"/>
            <a:ext cx="5627059" cy="3735107"/>
          </a:xfrm>
          <a:prstGeom prst="rect">
            <a:avLst/>
          </a:prstGeom>
          <a:solidFill>
            <a:srgbClr val="190E42"/>
          </a:solidFill>
          <a:ln cap="flat" cmpd="sng" w="33866">
            <a:solidFill>
              <a:srgbClr val="AF9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867"/>
              <a:buFont typeface="Arial"/>
              <a:buNone/>
            </a:pPr>
            <a:r>
              <a:rPr b="0" i="0" lang="en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rPr>
              <a:t>Insert screenshot here of result 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