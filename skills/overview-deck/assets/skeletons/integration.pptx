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49" r:id="rId7"/>
  </p:sldMasterIdLst>
  <p:sldIdLst>
    <p:sldId id="256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Master" Target="slideMasters/slideMaster2.xml"/><Relationship Id="rId8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4"/>
          <p:cNvSpPr txBox="1"/>
          <p:nvPr>
            <p:ph idx="10" type="dt"/>
          </p:nvPr>
        </p:nvSpPr>
        <p:spPr>
          <a:xfrm>
            <a:off x="457189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63" name="Google Shape;263;p34"/>
          <p:cNvSpPr txBox="1"/>
          <p:nvPr>
            <p:ph idx="11" type="ftr"/>
          </p:nvPr>
        </p:nvSpPr>
        <p:spPr>
          <a:xfrm>
            <a:off x="3124122" y="6356192"/>
            <a:ext cx="2895528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64" name="Google Shape;264;p34"/>
          <p:cNvSpPr txBox="1"/>
          <p:nvPr>
            <p:ph idx="12" type="sldNum"/>
          </p:nvPr>
        </p:nvSpPr>
        <p:spPr>
          <a:xfrm>
            <a:off x="6553036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3"/>
          <p:cNvSpPr txBox="1"/>
          <p:nvPr>
            <p:ph type="title"/>
          </p:nvPr>
        </p:nvSpPr>
        <p:spPr>
          <a:xfrm>
            <a:off x="1792243" y="4800480"/>
            <a:ext cx="5486263" cy="566724"/>
          </a:xfrm>
          <a:prstGeom prst="rect">
            <a:avLst/>
          </a:prstGeom>
          <a:noFill/>
          <a:ln>
            <a:noFill/>
          </a:ln>
        </p:spPr>
        <p:txBody>
          <a:bodyPr anchorCtr="0" anchor="b" bIns="60932" lIns="121897" spcFirstLastPara="1" rIns="121897" wrap="square" tIns="60932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9pPr>
          </a:lstStyle>
          <a:p/>
        </p:txBody>
      </p:sp>
      <p:sp>
        <p:nvSpPr>
          <p:cNvPr id="314" name="Google Shape;314;p43"/>
          <p:cNvSpPr/>
          <p:nvPr>
            <p:ph idx="2" type="pic"/>
          </p:nvPr>
        </p:nvSpPr>
        <p:spPr>
          <a:xfrm>
            <a:off x="1792243" y="612759"/>
            <a:ext cx="5486263" cy="4114697"/>
          </a:xfrm>
          <a:prstGeom prst="rect">
            <a:avLst/>
          </a:prstGeom>
          <a:noFill/>
          <a:ln>
            <a:noFill/>
          </a:ln>
        </p:spPr>
      </p:sp>
      <p:sp>
        <p:nvSpPr>
          <p:cNvPr id="315" name="Google Shape;315;p43"/>
          <p:cNvSpPr txBox="1"/>
          <p:nvPr>
            <p:ph idx="1" type="body"/>
          </p:nvPr>
        </p:nvSpPr>
        <p:spPr>
          <a:xfrm>
            <a:off x="1792243" y="5367203"/>
            <a:ext cx="5486263" cy="804843"/>
          </a:xfrm>
          <a:prstGeom prst="rect">
            <a:avLst/>
          </a:prstGeom>
          <a:noFill/>
          <a:ln>
            <a:noFill/>
          </a:ln>
        </p:spPr>
        <p:txBody>
          <a:bodyPr anchorCtr="0" anchor="t" bIns="60932" lIns="121897" spcFirstLastPara="1" rIns="121897" wrap="square" tIns="60932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16" name="Google Shape;316;p43"/>
          <p:cNvSpPr txBox="1"/>
          <p:nvPr>
            <p:ph idx="10" type="dt"/>
          </p:nvPr>
        </p:nvSpPr>
        <p:spPr>
          <a:xfrm>
            <a:off x="457189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317" name="Google Shape;317;p43"/>
          <p:cNvSpPr txBox="1"/>
          <p:nvPr>
            <p:ph idx="11" type="ftr"/>
          </p:nvPr>
        </p:nvSpPr>
        <p:spPr>
          <a:xfrm>
            <a:off x="3124122" y="6356192"/>
            <a:ext cx="2895528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318" name="Google Shape;318;p43"/>
          <p:cNvSpPr txBox="1"/>
          <p:nvPr>
            <p:ph idx="12" type="sldNum"/>
          </p:nvPr>
        </p:nvSpPr>
        <p:spPr>
          <a:xfrm>
            <a:off x="6553036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4"/>
          <p:cNvSpPr txBox="1"/>
          <p:nvPr>
            <p:ph type="title"/>
          </p:nvPr>
        </p:nvSpPr>
        <p:spPr>
          <a:xfrm>
            <a:off x="457189" y="274630"/>
            <a:ext cx="8229394" cy="1142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9pPr>
          </a:lstStyle>
          <a:p/>
        </p:txBody>
      </p:sp>
      <p:sp>
        <p:nvSpPr>
          <p:cNvPr id="321" name="Google Shape;321;p44"/>
          <p:cNvSpPr txBox="1"/>
          <p:nvPr>
            <p:ph idx="1" type="body"/>
          </p:nvPr>
        </p:nvSpPr>
        <p:spPr>
          <a:xfrm rot="5400000">
            <a:off x="2308961" y="-251611"/>
            <a:ext cx="4525849" cy="8229394"/>
          </a:xfrm>
          <a:prstGeom prst="rect">
            <a:avLst/>
          </a:prstGeom>
          <a:noFill/>
          <a:ln>
            <a:noFill/>
          </a:ln>
        </p:spPr>
        <p:txBody>
          <a:bodyPr anchorCtr="0" anchor="t" bIns="60932" lIns="121897" spcFirstLastPara="1" rIns="121897" wrap="square" tIns="60932">
            <a:normAutofit/>
          </a:bodyPr>
          <a:lstStyle>
            <a:lvl1pPr indent="-3429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indent="-3429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indent="-3429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429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indent="-3429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indent="-3429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indent="-3429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indent="-3429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indent="-3429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/>
        </p:txBody>
      </p:sp>
      <p:sp>
        <p:nvSpPr>
          <p:cNvPr id="322" name="Google Shape;322;p44"/>
          <p:cNvSpPr txBox="1"/>
          <p:nvPr>
            <p:ph idx="10" type="dt"/>
          </p:nvPr>
        </p:nvSpPr>
        <p:spPr>
          <a:xfrm>
            <a:off x="457189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323" name="Google Shape;323;p44"/>
          <p:cNvSpPr txBox="1"/>
          <p:nvPr>
            <p:ph idx="11" type="ftr"/>
          </p:nvPr>
        </p:nvSpPr>
        <p:spPr>
          <a:xfrm>
            <a:off x="3124122" y="6356192"/>
            <a:ext cx="2895528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324" name="Google Shape;324;p44"/>
          <p:cNvSpPr txBox="1"/>
          <p:nvPr>
            <p:ph idx="12" type="sldNum"/>
          </p:nvPr>
        </p:nvSpPr>
        <p:spPr>
          <a:xfrm>
            <a:off x="6553036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5"/>
          <p:cNvSpPr txBox="1"/>
          <p:nvPr>
            <p:ph type="title"/>
          </p:nvPr>
        </p:nvSpPr>
        <p:spPr>
          <a:xfrm rot="5400000">
            <a:off x="4732219" y="2171647"/>
            <a:ext cx="5851379" cy="2057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9pPr>
          </a:lstStyle>
          <a:p/>
        </p:txBody>
      </p:sp>
      <p:sp>
        <p:nvSpPr>
          <p:cNvPr id="327" name="Google Shape;327;p45"/>
          <p:cNvSpPr txBox="1"/>
          <p:nvPr>
            <p:ph idx="1" type="body"/>
          </p:nvPr>
        </p:nvSpPr>
        <p:spPr>
          <a:xfrm rot="5400000">
            <a:off x="541324" y="190497"/>
            <a:ext cx="5851379" cy="6019649"/>
          </a:xfrm>
          <a:prstGeom prst="rect">
            <a:avLst/>
          </a:prstGeom>
          <a:noFill/>
          <a:ln>
            <a:noFill/>
          </a:ln>
        </p:spPr>
        <p:txBody>
          <a:bodyPr anchorCtr="0" anchor="t" bIns="60932" lIns="121897" spcFirstLastPara="1" rIns="121897" wrap="square" tIns="60932">
            <a:normAutofit/>
          </a:bodyPr>
          <a:lstStyle>
            <a:lvl1pPr indent="-3429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indent="-3429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indent="-3429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429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indent="-3429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indent="-3429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indent="-3429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indent="-3429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indent="-3429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/>
        </p:txBody>
      </p:sp>
      <p:sp>
        <p:nvSpPr>
          <p:cNvPr id="328" name="Google Shape;328;p45"/>
          <p:cNvSpPr txBox="1"/>
          <p:nvPr>
            <p:ph idx="10" type="dt"/>
          </p:nvPr>
        </p:nvSpPr>
        <p:spPr>
          <a:xfrm>
            <a:off x="457189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329" name="Google Shape;329;p45"/>
          <p:cNvSpPr txBox="1"/>
          <p:nvPr>
            <p:ph idx="11" type="ftr"/>
          </p:nvPr>
        </p:nvSpPr>
        <p:spPr>
          <a:xfrm>
            <a:off x="3124122" y="6356192"/>
            <a:ext cx="2895528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330" name="Google Shape;330;p45"/>
          <p:cNvSpPr txBox="1"/>
          <p:nvPr>
            <p:ph idx="12" type="sldNum"/>
          </p:nvPr>
        </p:nvSpPr>
        <p:spPr>
          <a:xfrm>
            <a:off x="6553036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6"/>
          <p:cNvSpPr txBox="1"/>
          <p:nvPr>
            <p:ph type="ctrTitle"/>
          </p:nvPr>
        </p:nvSpPr>
        <p:spPr>
          <a:xfrm>
            <a:off x="685783" y="2130372"/>
            <a:ext cx="7772206" cy="1469989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9pPr>
          </a:lstStyle>
          <a:p/>
        </p:txBody>
      </p:sp>
      <p:sp>
        <p:nvSpPr>
          <p:cNvPr id="268" name="Google Shape;268;p36"/>
          <p:cNvSpPr txBox="1"/>
          <p:nvPr>
            <p:ph idx="1" type="subTitle"/>
          </p:nvPr>
        </p:nvSpPr>
        <p:spPr>
          <a:xfrm>
            <a:off x="1371566" y="3886103"/>
            <a:ext cx="6400640" cy="1752556"/>
          </a:xfrm>
          <a:prstGeom prst="rect">
            <a:avLst/>
          </a:prstGeom>
          <a:noFill/>
          <a:ln>
            <a:noFill/>
          </a:ln>
        </p:spPr>
        <p:txBody>
          <a:bodyPr anchorCtr="0" anchor="t" bIns="60932" lIns="121897" spcFirstLastPara="1" rIns="121897" wrap="square" tIns="60932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9" name="Google Shape;269;p36"/>
          <p:cNvSpPr txBox="1"/>
          <p:nvPr>
            <p:ph idx="10" type="dt"/>
          </p:nvPr>
        </p:nvSpPr>
        <p:spPr>
          <a:xfrm>
            <a:off x="457189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70" name="Google Shape;270;p36"/>
          <p:cNvSpPr txBox="1"/>
          <p:nvPr>
            <p:ph idx="11" type="ftr"/>
          </p:nvPr>
        </p:nvSpPr>
        <p:spPr>
          <a:xfrm>
            <a:off x="3124122" y="6356192"/>
            <a:ext cx="2895528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71" name="Google Shape;271;p36"/>
          <p:cNvSpPr txBox="1"/>
          <p:nvPr>
            <p:ph idx="12" type="sldNum"/>
          </p:nvPr>
        </p:nvSpPr>
        <p:spPr>
          <a:xfrm>
            <a:off x="6553036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7"/>
          <p:cNvSpPr txBox="1"/>
          <p:nvPr>
            <p:ph type="title"/>
          </p:nvPr>
        </p:nvSpPr>
        <p:spPr>
          <a:xfrm>
            <a:off x="457189" y="274630"/>
            <a:ext cx="8229394" cy="1142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9pPr>
          </a:lstStyle>
          <a:p/>
        </p:txBody>
      </p:sp>
      <p:sp>
        <p:nvSpPr>
          <p:cNvPr id="274" name="Google Shape;274;p37"/>
          <p:cNvSpPr txBox="1"/>
          <p:nvPr>
            <p:ph idx="1" type="body"/>
          </p:nvPr>
        </p:nvSpPr>
        <p:spPr>
          <a:xfrm>
            <a:off x="457189" y="1600161"/>
            <a:ext cx="8229394" cy="4525849"/>
          </a:xfrm>
          <a:prstGeom prst="rect">
            <a:avLst/>
          </a:prstGeom>
          <a:noFill/>
          <a:ln>
            <a:noFill/>
          </a:ln>
        </p:spPr>
        <p:txBody>
          <a:bodyPr anchorCtr="0" anchor="t" bIns="60932" lIns="121897" spcFirstLastPara="1" rIns="121897" wrap="square" tIns="60932">
            <a:normAutofit/>
          </a:bodyPr>
          <a:lstStyle>
            <a:lvl1pPr indent="-3429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indent="-3429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indent="-3429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429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indent="-3429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indent="-3429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indent="-3429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indent="-3429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indent="-3429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/>
        </p:txBody>
      </p:sp>
      <p:sp>
        <p:nvSpPr>
          <p:cNvPr id="275" name="Google Shape;275;p37"/>
          <p:cNvSpPr txBox="1"/>
          <p:nvPr>
            <p:ph idx="10" type="dt"/>
          </p:nvPr>
        </p:nvSpPr>
        <p:spPr>
          <a:xfrm>
            <a:off x="457189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76" name="Google Shape;276;p37"/>
          <p:cNvSpPr txBox="1"/>
          <p:nvPr>
            <p:ph idx="11" type="ftr"/>
          </p:nvPr>
        </p:nvSpPr>
        <p:spPr>
          <a:xfrm>
            <a:off x="3124122" y="6356192"/>
            <a:ext cx="2895528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77" name="Google Shape;277;p37"/>
          <p:cNvSpPr txBox="1"/>
          <p:nvPr>
            <p:ph idx="12" type="sldNum"/>
          </p:nvPr>
        </p:nvSpPr>
        <p:spPr>
          <a:xfrm>
            <a:off x="6553036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8"/>
          <p:cNvSpPr txBox="1"/>
          <p:nvPr>
            <p:ph type="title"/>
          </p:nvPr>
        </p:nvSpPr>
        <p:spPr>
          <a:xfrm>
            <a:off x="722295" y="4406791"/>
            <a:ext cx="7772206" cy="1362041"/>
          </a:xfrm>
          <a:prstGeom prst="rect">
            <a:avLst/>
          </a:prstGeom>
          <a:noFill/>
          <a:ln>
            <a:noFill/>
          </a:ln>
        </p:spPr>
        <p:txBody>
          <a:bodyPr anchorCtr="0" anchor="t" bIns="60932" lIns="121897" spcFirstLastPara="1" rIns="121897" wrap="square" tIns="60932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9pPr>
          </a:lstStyle>
          <a:p/>
        </p:txBody>
      </p:sp>
      <p:sp>
        <p:nvSpPr>
          <p:cNvPr id="280" name="Google Shape;280;p38"/>
          <p:cNvSpPr txBox="1"/>
          <p:nvPr>
            <p:ph idx="1" type="body"/>
          </p:nvPr>
        </p:nvSpPr>
        <p:spPr>
          <a:xfrm>
            <a:off x="722295" y="2906641"/>
            <a:ext cx="7772206" cy="1500149"/>
          </a:xfrm>
          <a:prstGeom prst="rect">
            <a:avLst/>
          </a:prstGeom>
          <a:noFill/>
          <a:ln>
            <a:noFill/>
          </a:ln>
        </p:spPr>
        <p:txBody>
          <a:bodyPr anchorCtr="0" anchor="b" bIns="60932" lIns="121897" spcFirstLastPara="1" rIns="121897" wrap="square" tIns="60932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1" name="Google Shape;281;p38"/>
          <p:cNvSpPr txBox="1"/>
          <p:nvPr>
            <p:ph idx="10" type="dt"/>
          </p:nvPr>
        </p:nvSpPr>
        <p:spPr>
          <a:xfrm>
            <a:off x="457189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82" name="Google Shape;282;p38"/>
          <p:cNvSpPr txBox="1"/>
          <p:nvPr>
            <p:ph idx="11" type="ftr"/>
          </p:nvPr>
        </p:nvSpPr>
        <p:spPr>
          <a:xfrm>
            <a:off x="3124122" y="6356192"/>
            <a:ext cx="2895528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83" name="Google Shape;283;p38"/>
          <p:cNvSpPr txBox="1"/>
          <p:nvPr>
            <p:ph idx="12" type="sldNum"/>
          </p:nvPr>
        </p:nvSpPr>
        <p:spPr>
          <a:xfrm>
            <a:off x="6553036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9"/>
          <p:cNvSpPr txBox="1"/>
          <p:nvPr>
            <p:ph type="title"/>
          </p:nvPr>
        </p:nvSpPr>
        <p:spPr>
          <a:xfrm>
            <a:off x="457189" y="274630"/>
            <a:ext cx="8229394" cy="1142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9pPr>
          </a:lstStyle>
          <a:p/>
        </p:txBody>
      </p:sp>
      <p:sp>
        <p:nvSpPr>
          <p:cNvPr id="286" name="Google Shape;286;p39"/>
          <p:cNvSpPr txBox="1"/>
          <p:nvPr>
            <p:ph idx="1" type="body"/>
          </p:nvPr>
        </p:nvSpPr>
        <p:spPr>
          <a:xfrm>
            <a:off x="457189" y="1600161"/>
            <a:ext cx="4038499" cy="4525849"/>
          </a:xfrm>
          <a:prstGeom prst="rect">
            <a:avLst/>
          </a:prstGeom>
          <a:noFill/>
          <a:ln>
            <a:noFill/>
          </a:ln>
        </p:spPr>
        <p:txBody>
          <a:bodyPr anchorCtr="0" anchor="t" bIns="60932" lIns="121897" spcFirstLastPara="1" rIns="121897" wrap="square" tIns="60932">
            <a:normAutofit/>
          </a:bodyPr>
          <a:lstStyle>
            <a:lvl1pPr indent="-36195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429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2385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87" name="Google Shape;287;p39"/>
          <p:cNvSpPr txBox="1"/>
          <p:nvPr>
            <p:ph idx="2" type="body"/>
          </p:nvPr>
        </p:nvSpPr>
        <p:spPr>
          <a:xfrm>
            <a:off x="4648084" y="1600161"/>
            <a:ext cx="4038499" cy="4525849"/>
          </a:xfrm>
          <a:prstGeom prst="rect">
            <a:avLst/>
          </a:prstGeom>
          <a:noFill/>
          <a:ln>
            <a:noFill/>
          </a:ln>
        </p:spPr>
        <p:txBody>
          <a:bodyPr anchorCtr="0" anchor="t" bIns="60932" lIns="121897" spcFirstLastPara="1" rIns="121897" wrap="square" tIns="60932">
            <a:normAutofit/>
          </a:bodyPr>
          <a:lstStyle>
            <a:lvl1pPr indent="-36195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429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2385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88" name="Google Shape;288;p39"/>
          <p:cNvSpPr txBox="1"/>
          <p:nvPr>
            <p:ph idx="10" type="dt"/>
          </p:nvPr>
        </p:nvSpPr>
        <p:spPr>
          <a:xfrm>
            <a:off x="457189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89" name="Google Shape;289;p39"/>
          <p:cNvSpPr txBox="1"/>
          <p:nvPr>
            <p:ph idx="11" type="ftr"/>
          </p:nvPr>
        </p:nvSpPr>
        <p:spPr>
          <a:xfrm>
            <a:off x="3124122" y="6356192"/>
            <a:ext cx="2895528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90" name="Google Shape;290;p39"/>
          <p:cNvSpPr txBox="1"/>
          <p:nvPr>
            <p:ph idx="12" type="sldNum"/>
          </p:nvPr>
        </p:nvSpPr>
        <p:spPr>
          <a:xfrm>
            <a:off x="6553036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0"/>
          <p:cNvSpPr txBox="1"/>
          <p:nvPr>
            <p:ph type="title"/>
          </p:nvPr>
        </p:nvSpPr>
        <p:spPr>
          <a:xfrm>
            <a:off x="457189" y="274630"/>
            <a:ext cx="8229394" cy="1142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9pPr>
          </a:lstStyle>
          <a:p/>
        </p:txBody>
      </p:sp>
      <p:sp>
        <p:nvSpPr>
          <p:cNvPr id="293" name="Google Shape;293;p40"/>
          <p:cNvSpPr txBox="1"/>
          <p:nvPr>
            <p:ph idx="1" type="body"/>
          </p:nvPr>
        </p:nvSpPr>
        <p:spPr>
          <a:xfrm>
            <a:off x="457189" y="1535075"/>
            <a:ext cx="4040087" cy="639747"/>
          </a:xfrm>
          <a:prstGeom prst="rect">
            <a:avLst/>
          </a:prstGeom>
          <a:noFill/>
          <a:ln>
            <a:noFill/>
          </a:ln>
        </p:spPr>
        <p:txBody>
          <a:bodyPr anchorCtr="0" anchor="b" bIns="60932" lIns="121897" spcFirstLastPara="1" rIns="121897" wrap="square" tIns="60932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94" name="Google Shape;294;p40"/>
          <p:cNvSpPr txBox="1"/>
          <p:nvPr>
            <p:ph idx="2" type="body"/>
          </p:nvPr>
        </p:nvSpPr>
        <p:spPr>
          <a:xfrm>
            <a:off x="457189" y="2174820"/>
            <a:ext cx="4040087" cy="3951189"/>
          </a:xfrm>
          <a:prstGeom prst="rect">
            <a:avLst/>
          </a:prstGeom>
          <a:noFill/>
          <a:ln>
            <a:noFill/>
          </a:ln>
        </p:spPr>
        <p:txBody>
          <a:bodyPr anchorCtr="0" anchor="t" bIns="60932" lIns="121897" spcFirstLastPara="1" rIns="121897" wrap="square" tIns="60932">
            <a:normAutofit/>
          </a:bodyPr>
          <a:lstStyle>
            <a:lvl1pPr indent="-3429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14325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048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048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048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048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048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048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95" name="Google Shape;295;p40"/>
          <p:cNvSpPr txBox="1"/>
          <p:nvPr>
            <p:ph idx="3" type="body"/>
          </p:nvPr>
        </p:nvSpPr>
        <p:spPr>
          <a:xfrm>
            <a:off x="4644909" y="1535075"/>
            <a:ext cx="4041674" cy="639747"/>
          </a:xfrm>
          <a:prstGeom prst="rect">
            <a:avLst/>
          </a:prstGeom>
          <a:noFill/>
          <a:ln>
            <a:noFill/>
          </a:ln>
        </p:spPr>
        <p:txBody>
          <a:bodyPr anchorCtr="0" anchor="b" bIns="60932" lIns="121897" spcFirstLastPara="1" rIns="121897" wrap="square" tIns="60932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96" name="Google Shape;296;p40"/>
          <p:cNvSpPr txBox="1"/>
          <p:nvPr>
            <p:ph idx="4" type="body"/>
          </p:nvPr>
        </p:nvSpPr>
        <p:spPr>
          <a:xfrm>
            <a:off x="4644909" y="2174820"/>
            <a:ext cx="4041674" cy="3951189"/>
          </a:xfrm>
          <a:prstGeom prst="rect">
            <a:avLst/>
          </a:prstGeom>
          <a:noFill/>
          <a:ln>
            <a:noFill/>
          </a:ln>
        </p:spPr>
        <p:txBody>
          <a:bodyPr anchorCtr="0" anchor="t" bIns="60932" lIns="121897" spcFirstLastPara="1" rIns="121897" wrap="square" tIns="60932">
            <a:normAutofit/>
          </a:bodyPr>
          <a:lstStyle>
            <a:lvl1pPr indent="-3429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14325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048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048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048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048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048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048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97" name="Google Shape;297;p40"/>
          <p:cNvSpPr txBox="1"/>
          <p:nvPr>
            <p:ph idx="10" type="dt"/>
          </p:nvPr>
        </p:nvSpPr>
        <p:spPr>
          <a:xfrm>
            <a:off x="457189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98" name="Google Shape;298;p40"/>
          <p:cNvSpPr txBox="1"/>
          <p:nvPr>
            <p:ph idx="11" type="ftr"/>
          </p:nvPr>
        </p:nvSpPr>
        <p:spPr>
          <a:xfrm>
            <a:off x="3124122" y="6356192"/>
            <a:ext cx="2895528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99" name="Google Shape;299;p40"/>
          <p:cNvSpPr txBox="1"/>
          <p:nvPr>
            <p:ph idx="12" type="sldNum"/>
          </p:nvPr>
        </p:nvSpPr>
        <p:spPr>
          <a:xfrm>
            <a:off x="6553036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1"/>
          <p:cNvSpPr txBox="1"/>
          <p:nvPr>
            <p:ph type="title"/>
          </p:nvPr>
        </p:nvSpPr>
        <p:spPr>
          <a:xfrm>
            <a:off x="457189" y="274630"/>
            <a:ext cx="8229394" cy="1142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9pPr>
          </a:lstStyle>
          <a:p/>
        </p:txBody>
      </p:sp>
      <p:sp>
        <p:nvSpPr>
          <p:cNvPr id="302" name="Google Shape;302;p41"/>
          <p:cNvSpPr txBox="1"/>
          <p:nvPr>
            <p:ph idx="10" type="dt"/>
          </p:nvPr>
        </p:nvSpPr>
        <p:spPr>
          <a:xfrm>
            <a:off x="457189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303" name="Google Shape;303;p41"/>
          <p:cNvSpPr txBox="1"/>
          <p:nvPr>
            <p:ph idx="11" type="ftr"/>
          </p:nvPr>
        </p:nvSpPr>
        <p:spPr>
          <a:xfrm>
            <a:off x="3124122" y="6356192"/>
            <a:ext cx="2895528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304" name="Google Shape;304;p41"/>
          <p:cNvSpPr txBox="1"/>
          <p:nvPr>
            <p:ph idx="12" type="sldNum"/>
          </p:nvPr>
        </p:nvSpPr>
        <p:spPr>
          <a:xfrm>
            <a:off x="6553036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2"/>
          <p:cNvSpPr txBox="1"/>
          <p:nvPr>
            <p:ph type="title"/>
          </p:nvPr>
        </p:nvSpPr>
        <p:spPr>
          <a:xfrm>
            <a:off x="457189" y="273043"/>
            <a:ext cx="3008238" cy="1162022"/>
          </a:xfrm>
          <a:prstGeom prst="rect">
            <a:avLst/>
          </a:prstGeom>
          <a:noFill/>
          <a:ln>
            <a:noFill/>
          </a:ln>
        </p:spPr>
        <p:txBody>
          <a:bodyPr anchorCtr="0" anchor="b" bIns="60932" lIns="121897" spcFirstLastPara="1" rIns="121897" wrap="square" tIns="60932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9pPr>
          </a:lstStyle>
          <a:p/>
        </p:txBody>
      </p:sp>
      <p:sp>
        <p:nvSpPr>
          <p:cNvPr id="307" name="Google Shape;307;p42"/>
          <p:cNvSpPr txBox="1"/>
          <p:nvPr>
            <p:ph idx="1" type="body"/>
          </p:nvPr>
        </p:nvSpPr>
        <p:spPr>
          <a:xfrm>
            <a:off x="3574960" y="273044"/>
            <a:ext cx="5111623" cy="5852967"/>
          </a:xfrm>
          <a:prstGeom prst="rect">
            <a:avLst/>
          </a:prstGeom>
          <a:noFill/>
          <a:ln>
            <a:noFill/>
          </a:ln>
        </p:spPr>
        <p:txBody>
          <a:bodyPr anchorCtr="0" anchor="t" bIns="60932" lIns="121897" spcFirstLastPara="1" rIns="121897" wrap="square" tIns="60932">
            <a:normAutofit/>
          </a:bodyPr>
          <a:lstStyle>
            <a:lvl1pPr indent="-3810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6195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429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2385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2385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2385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2385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2385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2385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08" name="Google Shape;308;p42"/>
          <p:cNvSpPr txBox="1"/>
          <p:nvPr>
            <p:ph idx="2" type="body"/>
          </p:nvPr>
        </p:nvSpPr>
        <p:spPr>
          <a:xfrm>
            <a:off x="457189" y="1435065"/>
            <a:ext cx="3008238" cy="4690945"/>
          </a:xfrm>
          <a:prstGeom prst="rect">
            <a:avLst/>
          </a:prstGeom>
          <a:noFill/>
          <a:ln>
            <a:noFill/>
          </a:ln>
        </p:spPr>
        <p:txBody>
          <a:bodyPr anchorCtr="0" anchor="t" bIns="60932" lIns="121897" spcFirstLastPara="1" rIns="121897" wrap="square" tIns="60932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09" name="Google Shape;309;p42"/>
          <p:cNvSpPr txBox="1"/>
          <p:nvPr>
            <p:ph idx="10" type="dt"/>
          </p:nvPr>
        </p:nvSpPr>
        <p:spPr>
          <a:xfrm>
            <a:off x="457189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310" name="Google Shape;310;p42"/>
          <p:cNvSpPr txBox="1"/>
          <p:nvPr>
            <p:ph idx="11" type="ftr"/>
          </p:nvPr>
        </p:nvSpPr>
        <p:spPr>
          <a:xfrm>
            <a:off x="3124122" y="6356192"/>
            <a:ext cx="2895528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311" name="Google Shape;311;p42"/>
          <p:cNvSpPr txBox="1"/>
          <p:nvPr>
            <p:ph idx="12" type="sldNum"/>
          </p:nvPr>
        </p:nvSpPr>
        <p:spPr>
          <a:xfrm>
            <a:off x="6553036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6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3"/>
          <p:cNvSpPr txBox="1"/>
          <p:nvPr>
            <p:ph type="title"/>
          </p:nvPr>
        </p:nvSpPr>
        <p:spPr>
          <a:xfrm>
            <a:off x="457189" y="274630"/>
            <a:ext cx="8229394" cy="1142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67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1867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1867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1867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1867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1867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1867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1867"/>
              <a:buNone/>
              <a:defRPr sz="2400"/>
            </a:lvl9pPr>
          </a:lstStyle>
          <a:p/>
        </p:txBody>
      </p:sp>
      <p:sp>
        <p:nvSpPr>
          <p:cNvPr id="257" name="Google Shape;257;p33"/>
          <p:cNvSpPr txBox="1"/>
          <p:nvPr>
            <p:ph idx="1" type="body"/>
          </p:nvPr>
        </p:nvSpPr>
        <p:spPr>
          <a:xfrm>
            <a:off x="457189" y="1600161"/>
            <a:ext cx="8229394" cy="4525849"/>
          </a:xfrm>
          <a:prstGeom prst="rect">
            <a:avLst/>
          </a:prstGeom>
          <a:noFill/>
          <a:ln>
            <a:noFill/>
          </a:ln>
        </p:spPr>
        <p:txBody>
          <a:bodyPr anchorCtr="0" anchor="t" bIns="60932" lIns="121897" spcFirstLastPara="1" rIns="121897" wrap="square" tIns="60932">
            <a:normAutofit/>
          </a:bodyPr>
          <a:lstStyle>
            <a:lvl1pPr indent="-3810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8" name="Google Shape;258;p33"/>
          <p:cNvSpPr txBox="1"/>
          <p:nvPr>
            <p:ph idx="10" type="dt"/>
          </p:nvPr>
        </p:nvSpPr>
        <p:spPr>
          <a:xfrm>
            <a:off x="457189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9" name="Google Shape;259;p33"/>
          <p:cNvSpPr txBox="1"/>
          <p:nvPr>
            <p:ph idx="11" type="ftr"/>
          </p:nvPr>
        </p:nvSpPr>
        <p:spPr>
          <a:xfrm>
            <a:off x="3124122" y="6356192"/>
            <a:ext cx="2895528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0" name="Google Shape;260;p33"/>
          <p:cNvSpPr txBox="1"/>
          <p:nvPr>
            <p:ph idx="12" type="sldNum"/>
          </p:nvPr>
        </p:nvSpPr>
        <p:spPr>
          <a:xfrm>
            <a:off x="6553036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jp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8"/>
          <p:cNvSpPr/>
          <p:nvPr/>
        </p:nvSpPr>
        <p:spPr>
          <a:xfrm>
            <a:off x="457189" y="1033246"/>
            <a:ext cx="10515337" cy="502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428"/>
              </a:buClr>
              <a:buSzPts val="2800"/>
              <a:buFont typeface="Proxima Nova"/>
              <a:buNone/>
            </a:pPr>
            <a:r>
              <a:rPr b="1" i="0" lang="en" sz="2800" u="none" cap="none" strike="noStrike">
                <a:solidFill>
                  <a:srgbClr val="1A1428"/>
                </a:solidFill>
                <a:latin typeface="Proxima Nova"/>
                <a:ea typeface="Proxima Nova"/>
                <a:cs typeface="Proxima Nova"/>
                <a:sym typeface="Proxima Nova"/>
              </a:rPr>
              <a:t>Integration built for everyone.</a:t>
            </a:r>
            <a:endParaRPr b="0" i="0" sz="2800" u="none" cap="none" strike="noStrike">
              <a:solidFill>
                <a:srgbClr val="C050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58"/>
          <p:cNvSpPr/>
          <p:nvPr/>
        </p:nvSpPr>
        <p:spPr>
          <a:xfrm>
            <a:off x="457189" y="1554441"/>
            <a:ext cx="10515337" cy="384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55"/>
              </a:buClr>
              <a:buSzPts val="1200"/>
              <a:buFont typeface="Proxima Nova"/>
              <a:buNone/>
            </a:pPr>
            <a:r>
              <a:rPr b="0" i="0" lang="en" sz="1200" u="none" cap="none" strike="noStrike">
                <a:solidFill>
                  <a:srgbClr val="4A4A55"/>
                </a:solidFill>
                <a:latin typeface="Proxima Nova"/>
                <a:ea typeface="Proxima Nova"/>
                <a:cs typeface="Proxima Nova"/>
                <a:sym typeface="Proxima Nova"/>
              </a:rPr>
              <a:t>Controls engineers are some of the busiest people in the factory. Customize what works best for them, no code required.</a:t>
            </a:r>
            <a:endParaRPr b="0" i="0" sz="1200" u="none" cap="none" strike="noStrike">
              <a:solidFill>
                <a:srgbClr val="C050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58"/>
          <p:cNvSpPr/>
          <p:nvPr/>
        </p:nvSpPr>
        <p:spPr>
          <a:xfrm>
            <a:off x="457189" y="2253344"/>
            <a:ext cx="164588" cy="164588"/>
          </a:xfrm>
          <a:prstGeom prst="ellipse">
            <a:avLst/>
          </a:prstGeom>
          <a:solidFill>
            <a:srgbClr val="8B6FE8"/>
          </a:solidFill>
          <a:ln cap="flat" cmpd="sng" w="16933">
            <a:solidFill>
              <a:srgbClr val="8B6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0932" lIns="121897" spcFirstLastPara="1" rIns="121897" wrap="square" tIns="60932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C050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58"/>
          <p:cNvSpPr/>
          <p:nvPr/>
        </p:nvSpPr>
        <p:spPr>
          <a:xfrm>
            <a:off x="749789" y="2198481"/>
            <a:ext cx="2907719" cy="27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428"/>
              </a:buClr>
              <a:buSzPts val="1400"/>
              <a:buFont typeface="Proxima Nova"/>
              <a:buNone/>
            </a:pPr>
            <a:r>
              <a:rPr b="1" i="0" lang="en" sz="1400" u="none" cap="none" strike="noStrike">
                <a:solidFill>
                  <a:srgbClr val="1A1428"/>
                </a:solidFill>
                <a:latin typeface="Proxima Nova"/>
                <a:ea typeface="Proxima Nova"/>
                <a:cs typeface="Proxima Nova"/>
                <a:sym typeface="Proxima Nova"/>
              </a:rPr>
              <a:t>Drag-and-drop logic</a:t>
            </a:r>
            <a:endParaRPr b="0" i="0" sz="1400" u="none" cap="none" strike="noStrike">
              <a:solidFill>
                <a:srgbClr val="C050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58"/>
          <p:cNvSpPr/>
          <p:nvPr/>
        </p:nvSpPr>
        <p:spPr>
          <a:xfrm>
            <a:off x="749789" y="2509369"/>
            <a:ext cx="2907719" cy="6857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55"/>
              </a:buClr>
              <a:buSzPts val="1100"/>
              <a:buFont typeface="Proxima Nova"/>
              <a:buNone/>
            </a:pPr>
            <a:r>
              <a:rPr b="0" i="0" lang="en" sz="1100" u="none" cap="none" strike="noStrike">
                <a:solidFill>
                  <a:srgbClr val="4A4A55"/>
                </a:solidFill>
                <a:latin typeface="Proxima Nova"/>
                <a:ea typeface="Proxima Nova"/>
                <a:cs typeface="Proxima Nova"/>
                <a:sym typeface="Proxima Nova"/>
              </a:rPr>
              <a:t>Anyone can author inspection logic without writing code.</a:t>
            </a:r>
            <a:endParaRPr b="0" i="0" sz="1100" u="none" cap="none" strike="noStrike">
              <a:solidFill>
                <a:srgbClr val="C050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58"/>
          <p:cNvSpPr/>
          <p:nvPr/>
        </p:nvSpPr>
        <p:spPr>
          <a:xfrm>
            <a:off x="457189" y="3323165"/>
            <a:ext cx="164588" cy="164588"/>
          </a:xfrm>
          <a:prstGeom prst="ellipse">
            <a:avLst/>
          </a:prstGeom>
          <a:solidFill>
            <a:srgbClr val="8B6FE8"/>
          </a:solidFill>
          <a:ln cap="flat" cmpd="sng" w="16933">
            <a:solidFill>
              <a:srgbClr val="8B6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0932" lIns="121897" spcFirstLastPara="1" rIns="121897" wrap="square" tIns="60932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C050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58"/>
          <p:cNvSpPr/>
          <p:nvPr/>
        </p:nvSpPr>
        <p:spPr>
          <a:xfrm>
            <a:off x="749789" y="3268302"/>
            <a:ext cx="2907719" cy="27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428"/>
              </a:buClr>
              <a:buSzPts val="1400"/>
              <a:buFont typeface="Proxima Nova"/>
              <a:buNone/>
            </a:pPr>
            <a:r>
              <a:rPr b="1" i="0" lang="en" sz="1400" u="none" cap="none" strike="noStrike">
                <a:solidFill>
                  <a:srgbClr val="1A1428"/>
                </a:solidFill>
                <a:latin typeface="Proxima Nova"/>
                <a:ea typeface="Proxima Nova"/>
                <a:cs typeface="Proxima Nova"/>
                <a:sym typeface="Proxima Nova"/>
              </a:rPr>
              <a:t>PLC, MES, HMI</a:t>
            </a:r>
            <a:endParaRPr b="0" i="0" sz="1400" u="none" cap="none" strike="noStrike">
              <a:solidFill>
                <a:srgbClr val="C050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58"/>
          <p:cNvSpPr/>
          <p:nvPr/>
        </p:nvSpPr>
        <p:spPr>
          <a:xfrm>
            <a:off x="749789" y="3579190"/>
            <a:ext cx="2907719" cy="6857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55"/>
              </a:buClr>
              <a:buSzPts val="1100"/>
              <a:buFont typeface="Proxima Nova"/>
              <a:buNone/>
            </a:pPr>
            <a:r>
              <a:rPr b="0" i="0" lang="en" sz="1100" u="none" cap="none" strike="noStrike">
                <a:solidFill>
                  <a:srgbClr val="4A4A55"/>
                </a:solidFill>
                <a:latin typeface="Proxima Nova"/>
                <a:ea typeface="Proxima Nova"/>
                <a:cs typeface="Proxima Nova"/>
                <a:sym typeface="Proxima Nova"/>
              </a:rPr>
              <a:t>Bring real factory data into the camera and push results back out.</a:t>
            </a:r>
            <a:endParaRPr b="0" i="0" sz="1100" u="none" cap="none" strike="noStrike">
              <a:solidFill>
                <a:srgbClr val="C050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58"/>
          <p:cNvSpPr/>
          <p:nvPr/>
        </p:nvSpPr>
        <p:spPr>
          <a:xfrm>
            <a:off x="457189" y="4392986"/>
            <a:ext cx="164588" cy="164588"/>
          </a:xfrm>
          <a:prstGeom prst="ellipse">
            <a:avLst/>
          </a:prstGeom>
          <a:solidFill>
            <a:srgbClr val="8B6FE8"/>
          </a:solidFill>
          <a:ln cap="flat" cmpd="sng" w="16933">
            <a:solidFill>
              <a:srgbClr val="8B6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0932" lIns="121897" spcFirstLastPara="1" rIns="121897" wrap="square" tIns="60932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C050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58"/>
          <p:cNvSpPr/>
          <p:nvPr/>
        </p:nvSpPr>
        <p:spPr>
          <a:xfrm>
            <a:off x="749789" y="4338123"/>
            <a:ext cx="2907719" cy="27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428"/>
              </a:buClr>
              <a:buSzPts val="1400"/>
              <a:buFont typeface="Proxima Nova"/>
              <a:buNone/>
            </a:pPr>
            <a:r>
              <a:rPr b="1" i="0" lang="en" sz="1400" u="none" cap="none" strike="noStrike">
                <a:solidFill>
                  <a:srgbClr val="1A1428"/>
                </a:solidFill>
                <a:latin typeface="Proxima Nova"/>
                <a:ea typeface="Proxima Nova"/>
                <a:cs typeface="Proxima Nova"/>
                <a:sym typeface="Proxima Nova"/>
              </a:rPr>
              <a:t>Custom dashboards</a:t>
            </a:r>
            <a:endParaRPr b="0" i="0" sz="1400" u="none" cap="none" strike="noStrike">
              <a:solidFill>
                <a:srgbClr val="C050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58"/>
          <p:cNvSpPr/>
          <p:nvPr/>
        </p:nvSpPr>
        <p:spPr>
          <a:xfrm>
            <a:off x="749789" y="4649012"/>
            <a:ext cx="2907719" cy="6857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55"/>
              </a:buClr>
              <a:buSzPts val="1100"/>
              <a:buFont typeface="Proxima Nova"/>
              <a:buNone/>
            </a:pPr>
            <a:r>
              <a:rPr b="0" i="0" lang="en" sz="1100" u="none" cap="none" strike="noStrike">
                <a:solidFill>
                  <a:srgbClr val="4A4A55"/>
                </a:solidFill>
                <a:latin typeface="Proxima Nova"/>
                <a:ea typeface="Proxima Nova"/>
                <a:cs typeface="Proxima Nova"/>
                <a:sym typeface="Proxima Nova"/>
              </a:rPr>
              <a:t>Generate the views and reports each engineer actually needs.</a:t>
            </a:r>
            <a:endParaRPr b="0" i="0" sz="1100" u="none" cap="none" strike="noStrike">
              <a:solidFill>
                <a:srgbClr val="C050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wonderful-magical-sagan/mnt/outputs/corp_intro_unpacked/ppt/media/image25.png" id="495" name="Google Shape;495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05399" y="1970483"/>
            <a:ext cx="8198866" cy="4110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6" name="Google Shape;496;p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06775" y="320032"/>
            <a:ext cx="1280128" cy="270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