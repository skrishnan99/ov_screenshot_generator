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title"/>
          </p:nvPr>
        </p:nvSpPr>
        <p:spPr>
          <a:xfrm>
            <a:off x="1792243" y="4800480"/>
            <a:ext cx="5486263" cy="566724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14" name="Google Shape;314;p43"/>
          <p:cNvSpPr/>
          <p:nvPr>
            <p:ph idx="2" type="pic"/>
          </p:nvPr>
        </p:nvSpPr>
        <p:spPr>
          <a:xfrm>
            <a:off x="1792243" y="612759"/>
            <a:ext cx="5486263" cy="411469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3"/>
          <p:cNvSpPr txBox="1"/>
          <p:nvPr>
            <p:ph idx="1" type="body"/>
          </p:nvPr>
        </p:nvSpPr>
        <p:spPr>
          <a:xfrm>
            <a:off x="1792243" y="5367203"/>
            <a:ext cx="5486263" cy="804843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6" name="Google Shape;316;p43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7" name="Google Shape;317;p43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8" name="Google Shape;318;p43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21" name="Google Shape;321;p44"/>
          <p:cNvSpPr txBox="1"/>
          <p:nvPr>
            <p:ph idx="1" type="body"/>
          </p:nvPr>
        </p:nvSpPr>
        <p:spPr>
          <a:xfrm rot="5400000">
            <a:off x="2308961" y="-251611"/>
            <a:ext cx="4525849" cy="8229394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322" name="Google Shape;322;p44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3" name="Google Shape;323;p44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 rot="5400000">
            <a:off x="4732219" y="2171647"/>
            <a:ext cx="5851379" cy="2057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 rot="5400000">
            <a:off x="541324" y="190497"/>
            <a:ext cx="5851379" cy="60196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328" name="Google Shape;328;p45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9" name="Google Shape;329;p45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30" name="Google Shape;330;p45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ctrTitle"/>
          </p:nvPr>
        </p:nvSpPr>
        <p:spPr>
          <a:xfrm>
            <a:off x="685783" y="2130372"/>
            <a:ext cx="7772206" cy="1469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68" name="Google Shape;268;p36"/>
          <p:cNvSpPr txBox="1"/>
          <p:nvPr>
            <p:ph idx="1" type="subTitle"/>
          </p:nvPr>
        </p:nvSpPr>
        <p:spPr>
          <a:xfrm>
            <a:off x="1371566" y="3886103"/>
            <a:ext cx="6400640" cy="1752556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6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0" name="Google Shape;270;p36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457189" y="1600161"/>
            <a:ext cx="8229394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275" name="Google Shape;275;p37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6" name="Google Shape;276;p37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722295" y="4406791"/>
            <a:ext cx="7772206" cy="1362041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722295" y="2906641"/>
            <a:ext cx="7772206" cy="1500149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1" name="Google Shape;281;p38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2" name="Google Shape;282;p38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3" name="Google Shape;283;p38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457189" y="1600161"/>
            <a:ext cx="4038499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7" name="Google Shape;287;p39"/>
          <p:cNvSpPr txBox="1"/>
          <p:nvPr>
            <p:ph idx="2" type="body"/>
          </p:nvPr>
        </p:nvSpPr>
        <p:spPr>
          <a:xfrm>
            <a:off x="4648084" y="1600161"/>
            <a:ext cx="4038499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8" name="Google Shape;288;p39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9" name="Google Shape;289;p39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0" name="Google Shape;290;p39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457189" y="1535075"/>
            <a:ext cx="4040087" cy="639747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4" name="Google Shape;294;p40"/>
          <p:cNvSpPr txBox="1"/>
          <p:nvPr>
            <p:ph idx="2" type="body"/>
          </p:nvPr>
        </p:nvSpPr>
        <p:spPr>
          <a:xfrm>
            <a:off x="457189" y="2174820"/>
            <a:ext cx="4040087" cy="395118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5" name="Google Shape;295;p40"/>
          <p:cNvSpPr txBox="1"/>
          <p:nvPr>
            <p:ph idx="3" type="body"/>
          </p:nvPr>
        </p:nvSpPr>
        <p:spPr>
          <a:xfrm>
            <a:off x="4644909" y="1535075"/>
            <a:ext cx="4041674" cy="639747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6" name="Google Shape;296;p40"/>
          <p:cNvSpPr txBox="1"/>
          <p:nvPr>
            <p:ph idx="4" type="body"/>
          </p:nvPr>
        </p:nvSpPr>
        <p:spPr>
          <a:xfrm>
            <a:off x="4644909" y="2174820"/>
            <a:ext cx="4041674" cy="395118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7" name="Google Shape;297;p40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8" name="Google Shape;298;p40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02" name="Google Shape;302;p41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03" name="Google Shape;303;p41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04" name="Google Shape;304;p41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/>
          <p:nvPr>
            <p:ph type="title"/>
          </p:nvPr>
        </p:nvSpPr>
        <p:spPr>
          <a:xfrm>
            <a:off x="457189" y="273043"/>
            <a:ext cx="3008238" cy="1162022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07" name="Google Shape;307;p42"/>
          <p:cNvSpPr txBox="1"/>
          <p:nvPr>
            <p:ph idx="1" type="body"/>
          </p:nvPr>
        </p:nvSpPr>
        <p:spPr>
          <a:xfrm>
            <a:off x="3574960" y="273044"/>
            <a:ext cx="5111623" cy="5852967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8" name="Google Shape;308;p42"/>
          <p:cNvSpPr txBox="1"/>
          <p:nvPr>
            <p:ph idx="2" type="body"/>
          </p:nvPr>
        </p:nvSpPr>
        <p:spPr>
          <a:xfrm>
            <a:off x="457189" y="1435065"/>
            <a:ext cx="3008238" cy="4690945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9" name="Google Shape;309;p42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0" name="Google Shape;310;p42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1" name="Google Shape;311;p42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9pPr>
          </a:lstStyle>
          <a:p/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457189" y="1600161"/>
            <a:ext cx="8229394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8" Type="http://schemas.openxmlformats.org/officeDocument/2006/relationships/image" Target="../media/image2.jpg"/><Relationship Id="rId9" Type="http://schemas.openxmlformats.org/officeDocument/2006/relationships/image" Target="../media/image3.jpg"/><Relationship Id="rId10" Type="http://schemas.openxmlformats.org/officeDocument/2006/relationships/image" Target="../media/image1.jpg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/>
        </p:nvSpPr>
        <p:spPr>
          <a:xfrm>
            <a:off x="548626" y="960096"/>
            <a:ext cx="10972526" cy="539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Can't wait for the rare defect? Generate it.</a:t>
            </a:r>
            <a:endParaRPr/>
          </a:p>
        </p:txBody>
      </p:sp>
      <p:sp>
        <p:nvSpPr>
          <p:cNvPr id="448" name="Google Shape;448;p57"/>
          <p:cNvSpPr txBox="1"/>
          <p:nvPr/>
        </p:nvSpPr>
        <p:spPr>
          <a:xfrm>
            <a:off x="548626" y="1965911"/>
            <a:ext cx="10972526" cy="275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Synthetic defects, guided by your real ones. A 12.4× faster path from new SKU to production-ready inspection.</a:t>
            </a:r>
            <a:endParaRPr/>
          </a:p>
        </p:txBody>
      </p:sp>
      <p:sp>
        <p:nvSpPr>
          <p:cNvPr id="449" name="Google Shape;449;p57"/>
          <p:cNvSpPr/>
          <p:nvPr/>
        </p:nvSpPr>
        <p:spPr>
          <a:xfrm>
            <a:off x="548626" y="2605975"/>
            <a:ext cx="3108882" cy="3657508"/>
          </a:xfrm>
          <a:prstGeom prst="rect">
            <a:avLst/>
          </a:prstGeom>
          <a:solidFill>
            <a:srgbClr val="532EE3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7"/>
          <p:cNvSpPr txBox="1"/>
          <p:nvPr/>
        </p:nvSpPr>
        <p:spPr>
          <a:xfrm>
            <a:off x="731502" y="2926007"/>
            <a:ext cx="2743131" cy="1465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</a:pPr>
            <a:r>
              <a:rPr b="1" i="0" lang="en" sz="8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12.4×</a:t>
            </a:r>
            <a:endParaRPr/>
          </a:p>
        </p:txBody>
      </p:sp>
      <p:sp>
        <p:nvSpPr>
          <p:cNvPr id="451" name="Google Shape;451;p57"/>
          <p:cNvSpPr txBox="1"/>
          <p:nvPr/>
        </p:nvSpPr>
        <p:spPr>
          <a:xfrm>
            <a:off x="731502" y="4846199"/>
            <a:ext cx="2743131" cy="51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path from new SKU to production-ready inspection</a:t>
            </a:r>
            <a:endParaRPr/>
          </a:p>
        </p:txBody>
      </p:sp>
      <p:sp>
        <p:nvSpPr>
          <p:cNvPr id="452" name="Google Shape;452;p57"/>
          <p:cNvSpPr/>
          <p:nvPr/>
        </p:nvSpPr>
        <p:spPr>
          <a:xfrm>
            <a:off x="3840384" y="2605975"/>
            <a:ext cx="3017445" cy="1161259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7"/>
          <p:cNvSpPr/>
          <p:nvPr/>
        </p:nvSpPr>
        <p:spPr>
          <a:xfrm>
            <a:off x="3840384" y="2605975"/>
            <a:ext cx="45719" cy="1161259"/>
          </a:xfrm>
          <a:prstGeom prst="rect">
            <a:avLst/>
          </a:prstGeom>
          <a:solidFill>
            <a:srgbClr val="735CFF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7"/>
          <p:cNvSpPr txBox="1"/>
          <p:nvPr/>
        </p:nvSpPr>
        <p:spPr>
          <a:xfrm>
            <a:off x="4023259" y="2743131"/>
            <a:ext cx="457189" cy="299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455" name="Google Shape;455;p57"/>
          <p:cNvSpPr txBox="1"/>
          <p:nvPr/>
        </p:nvSpPr>
        <p:spPr>
          <a:xfrm>
            <a:off x="4023259" y="3108882"/>
            <a:ext cx="2743131" cy="225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1"/>
              <a:buFont typeface="Calibri"/>
              <a:buNone/>
            </a:pPr>
            <a:r>
              <a:rPr b="1" i="0" lang="en" sz="1351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Capture good parts</a:t>
            </a:r>
            <a:endParaRPr/>
          </a:p>
        </p:txBody>
      </p:sp>
      <p:sp>
        <p:nvSpPr>
          <p:cNvPr id="456" name="Google Shape;456;p57"/>
          <p:cNvSpPr/>
          <p:nvPr/>
        </p:nvSpPr>
        <p:spPr>
          <a:xfrm>
            <a:off x="3840384" y="3840384"/>
            <a:ext cx="3017445" cy="1161259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7"/>
          <p:cNvSpPr/>
          <p:nvPr/>
        </p:nvSpPr>
        <p:spPr>
          <a:xfrm>
            <a:off x="3840384" y="3840384"/>
            <a:ext cx="45719" cy="1161259"/>
          </a:xfrm>
          <a:prstGeom prst="rect">
            <a:avLst/>
          </a:prstGeom>
          <a:solidFill>
            <a:srgbClr val="735CFF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7"/>
          <p:cNvSpPr txBox="1"/>
          <p:nvPr/>
        </p:nvSpPr>
        <p:spPr>
          <a:xfrm>
            <a:off x="4023259" y="3977540"/>
            <a:ext cx="457189" cy="299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459" name="Google Shape;459;p57"/>
          <p:cNvSpPr txBox="1"/>
          <p:nvPr/>
        </p:nvSpPr>
        <p:spPr>
          <a:xfrm>
            <a:off x="4023259" y="4343291"/>
            <a:ext cx="2743131" cy="225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1"/>
              <a:buFont typeface="Calibri"/>
              <a:buNone/>
            </a:pPr>
            <a:r>
              <a:rPr b="1" i="0" lang="en" sz="1351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Generate defects</a:t>
            </a:r>
            <a:endParaRPr/>
          </a:p>
        </p:txBody>
      </p:sp>
      <p:sp>
        <p:nvSpPr>
          <p:cNvPr id="460" name="Google Shape;460;p57"/>
          <p:cNvSpPr/>
          <p:nvPr/>
        </p:nvSpPr>
        <p:spPr>
          <a:xfrm>
            <a:off x="3840384" y="5074793"/>
            <a:ext cx="3017445" cy="1161259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7"/>
          <p:cNvSpPr/>
          <p:nvPr/>
        </p:nvSpPr>
        <p:spPr>
          <a:xfrm>
            <a:off x="3840384" y="5074793"/>
            <a:ext cx="45719" cy="1161259"/>
          </a:xfrm>
          <a:prstGeom prst="rect">
            <a:avLst/>
          </a:prstGeom>
          <a:solidFill>
            <a:srgbClr val="735CFF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7"/>
          <p:cNvSpPr txBox="1"/>
          <p:nvPr/>
        </p:nvSpPr>
        <p:spPr>
          <a:xfrm>
            <a:off x="4023259" y="5211950"/>
            <a:ext cx="457189" cy="299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463" name="Google Shape;463;p57"/>
          <p:cNvSpPr txBox="1"/>
          <p:nvPr/>
        </p:nvSpPr>
        <p:spPr>
          <a:xfrm>
            <a:off x="4023259" y="5577700"/>
            <a:ext cx="2743131" cy="225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1"/>
              <a:buFont typeface="Calibri"/>
              <a:buNone/>
            </a:pPr>
            <a:r>
              <a:rPr b="1" i="0" lang="en" sz="1351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Train &amp; verify</a:t>
            </a:r>
            <a:endParaRPr/>
          </a:p>
        </p:txBody>
      </p:sp>
      <p:sp>
        <p:nvSpPr>
          <p:cNvPr id="464" name="Google Shape;464;p57"/>
          <p:cNvSpPr/>
          <p:nvPr/>
        </p:nvSpPr>
        <p:spPr>
          <a:xfrm>
            <a:off x="7040704" y="2605975"/>
            <a:ext cx="2240224" cy="1764748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26.png" id="465" name="Google Shape;465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77279" y="2878860"/>
            <a:ext cx="2167074" cy="121897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7"/>
          <p:cNvSpPr/>
          <p:nvPr/>
        </p:nvSpPr>
        <p:spPr>
          <a:xfrm>
            <a:off x="9354078" y="2605975"/>
            <a:ext cx="2240224" cy="1764748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28.png" id="467" name="Google Shape;467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0653" y="2878860"/>
            <a:ext cx="2167074" cy="121897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7"/>
          <p:cNvSpPr/>
          <p:nvPr/>
        </p:nvSpPr>
        <p:spPr>
          <a:xfrm>
            <a:off x="7040704" y="4443873"/>
            <a:ext cx="2240224" cy="1764748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27.png" id="469" name="Google Shape;469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77279" y="4716758"/>
            <a:ext cx="2167074" cy="1218979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7"/>
          <p:cNvSpPr/>
          <p:nvPr/>
        </p:nvSpPr>
        <p:spPr>
          <a:xfrm>
            <a:off x="9354078" y="4432762"/>
            <a:ext cx="2240224" cy="1764748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46.png" id="471" name="Google Shape;471;p5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90653" y="4694536"/>
            <a:ext cx="2167074" cy="12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7"/>
          <p:cNvSpPr/>
          <p:nvPr/>
        </p:nvSpPr>
        <p:spPr>
          <a:xfrm>
            <a:off x="7857929" y="2971726"/>
            <a:ext cx="149222" cy="161921"/>
          </a:xfrm>
          <a:prstGeom prst="rect">
            <a:avLst/>
          </a:prstGeom>
          <a:noFill/>
          <a:ln cap="flat" cmpd="sng" w="50799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53332" rotWithShape="0" dir="5400000" dist="30666">
              <a:srgbClr val="000000">
                <a:alpha val="34902"/>
              </a:srgbClr>
            </a:outerShdw>
          </a:effectLst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10324970" y="3540515"/>
            <a:ext cx="149222" cy="161921"/>
          </a:xfrm>
          <a:prstGeom prst="rect">
            <a:avLst/>
          </a:prstGeom>
          <a:noFill/>
          <a:ln cap="flat" cmpd="sng" w="50799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53332" rotWithShape="0" dir="5400000" dist="30666">
              <a:srgbClr val="000000">
                <a:alpha val="34902"/>
              </a:srgbClr>
            </a:outerShdw>
          </a:effectLst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7"/>
          <p:cNvSpPr/>
          <p:nvPr/>
        </p:nvSpPr>
        <p:spPr>
          <a:xfrm>
            <a:off x="7555968" y="4927206"/>
            <a:ext cx="191526" cy="167161"/>
          </a:xfrm>
          <a:prstGeom prst="rect">
            <a:avLst/>
          </a:prstGeom>
          <a:noFill/>
          <a:ln cap="flat" cmpd="sng" w="50799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53332" rotWithShape="0" dir="5400000" dist="30666">
              <a:srgbClr val="000000">
                <a:alpha val="34902"/>
              </a:srgbClr>
            </a:outerShdw>
          </a:effectLst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7"/>
          <p:cNvSpPr/>
          <p:nvPr/>
        </p:nvSpPr>
        <p:spPr>
          <a:xfrm>
            <a:off x="9808548" y="5206462"/>
            <a:ext cx="191526" cy="167161"/>
          </a:xfrm>
          <a:prstGeom prst="rect">
            <a:avLst/>
          </a:prstGeom>
          <a:noFill/>
          <a:ln cap="flat" cmpd="sng" w="50799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53332" rotWithShape="0" dir="5400000" dist="30666">
              <a:srgbClr val="000000">
                <a:alpha val="34902"/>
              </a:srgbClr>
            </a:outerShdw>
          </a:effectLst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7" name="Google Shape;477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06775" y="320032"/>
            <a:ext cx="1280128" cy="27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