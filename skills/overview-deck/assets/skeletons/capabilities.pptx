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49" r:id="rId7"/>
  </p:sldMasterIdLst>
  <p:sldIdLst>
    <p:sldId id="256" r:id="rId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Master" Target="slideMasters/slideMaster2.xml"/><Relationship Id="rId8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4">
  <p:cSld name="CUSTOM_24">
    <p:bg>
      <p:bgPr>
        <a:solidFill>
          <a:schemeClr val="accent2"/>
        </a:solid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7"/>
          <p:cNvSpPr txBox="1"/>
          <p:nvPr>
            <p:ph idx="1" type="body"/>
          </p:nvPr>
        </p:nvSpPr>
        <p:spPr>
          <a:xfrm>
            <a:off x="417936" y="2663234"/>
            <a:ext cx="1337400" cy="39090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0" name="Google Shape;90;p17"/>
          <p:cNvSpPr txBox="1"/>
          <p:nvPr>
            <p:ph idx="2" type="body"/>
          </p:nvPr>
        </p:nvSpPr>
        <p:spPr>
          <a:xfrm>
            <a:off x="417811" y="3187835"/>
            <a:ext cx="1337400" cy="11769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1" name="Google Shape;91;p17"/>
          <p:cNvSpPr txBox="1"/>
          <p:nvPr>
            <p:ph idx="3" type="body"/>
          </p:nvPr>
        </p:nvSpPr>
        <p:spPr>
          <a:xfrm>
            <a:off x="2167325" y="3187835"/>
            <a:ext cx="1337400" cy="1176901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2" name="Google Shape;92;p17"/>
          <p:cNvSpPr txBox="1"/>
          <p:nvPr>
            <p:ph idx="4" type="body"/>
          </p:nvPr>
        </p:nvSpPr>
        <p:spPr>
          <a:xfrm>
            <a:off x="3903300" y="3187835"/>
            <a:ext cx="1337400" cy="1176901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3" name="Google Shape;93;p17"/>
          <p:cNvSpPr txBox="1"/>
          <p:nvPr>
            <p:ph idx="5" type="body"/>
          </p:nvPr>
        </p:nvSpPr>
        <p:spPr>
          <a:xfrm>
            <a:off x="5648624" y="3187835"/>
            <a:ext cx="1337401" cy="1176901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4" name="Google Shape;94;p17"/>
          <p:cNvSpPr txBox="1"/>
          <p:nvPr>
            <p:ph idx="6" type="body"/>
          </p:nvPr>
        </p:nvSpPr>
        <p:spPr>
          <a:xfrm>
            <a:off x="7385291" y="3187835"/>
            <a:ext cx="1337400" cy="1176901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5" name="Google Shape;95;p17"/>
          <p:cNvSpPr txBox="1"/>
          <p:nvPr>
            <p:ph type="title"/>
          </p:nvPr>
        </p:nvSpPr>
        <p:spPr>
          <a:xfrm>
            <a:off x="277499" y="416249"/>
            <a:ext cx="8589001" cy="8850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pic>
        <p:nvPicPr>
          <p:cNvPr descr="Logo2.pngGoogle Shape;37;p4" id="96" name="Google Shape;96;p17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7986349" y="205150"/>
            <a:ext cx="888051" cy="25285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7"/>
          <p:cNvSpPr txBox="1"/>
          <p:nvPr>
            <p:ph idx="12" type="sldNum"/>
          </p:nvPr>
        </p:nvSpPr>
        <p:spPr>
          <a:xfrm>
            <a:off x="8739547" y="4757766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5" type="tx">
  <p:cSld name="TITLE_AND_BODY">
    <p:bg>
      <p:bgPr>
        <a:solidFill>
          <a:srgbClr val="49369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title"/>
          </p:nvPr>
        </p:nvSpPr>
        <p:spPr>
          <a:xfrm>
            <a:off x="284850" y="1412325"/>
            <a:ext cx="3919200" cy="225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500"/>
              <a:buFont typeface="Montserrat SemiBold"/>
              <a:buNone/>
              <a:defRPr sz="3500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56" name="Google Shape;56;p14"/>
          <p:cNvSpPr/>
          <p:nvPr/>
        </p:nvSpPr>
        <p:spPr>
          <a:xfrm>
            <a:off x="4581850" y="0"/>
            <a:ext cx="4562101" cy="5143500"/>
          </a:xfrm>
          <a:prstGeom prst="rect">
            <a:avLst/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198661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Montserrat"/>
              <a:buNone/>
            </a:pPr>
            <a:r>
              <a:t/>
            </a:r>
            <a:endParaRPr b="0" i="0" sz="14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14"/>
          <p:cNvSpPr txBox="1"/>
          <p:nvPr>
            <p:ph idx="1" type="body"/>
          </p:nvPr>
        </p:nvSpPr>
        <p:spPr>
          <a:xfrm>
            <a:off x="277499" y="278850"/>
            <a:ext cx="3832802" cy="1374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00"/>
              <a:buFont typeface="Montserrat"/>
              <a:buNone/>
              <a:defRPr b="1" sz="800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00"/>
              <a:buFont typeface="Montserrat"/>
              <a:buNone/>
              <a:defRPr b="1" sz="800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00"/>
              <a:buFont typeface="Montserrat"/>
              <a:buNone/>
              <a:defRPr b="1" sz="800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00"/>
              <a:buFont typeface="Montserrat"/>
              <a:buNone/>
              <a:defRPr b="1" sz="800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00"/>
              <a:buFont typeface="Montserrat"/>
              <a:buNone/>
              <a:defRPr b="1" sz="800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cxnSp>
        <p:nvCxnSpPr>
          <p:cNvPr id="58" name="Google Shape;58;p14"/>
          <p:cNvCxnSpPr/>
          <p:nvPr/>
        </p:nvCxnSpPr>
        <p:spPr>
          <a:xfrm rot="10800000">
            <a:off x="4585535" y="1327700"/>
            <a:ext cx="45621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" name="Google Shape;59;p14"/>
          <p:cNvCxnSpPr/>
          <p:nvPr/>
        </p:nvCxnSpPr>
        <p:spPr>
          <a:xfrm rot="10800000">
            <a:off x="4585535" y="1814713"/>
            <a:ext cx="45621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" name="Google Shape;60;p14"/>
          <p:cNvCxnSpPr/>
          <p:nvPr/>
        </p:nvCxnSpPr>
        <p:spPr>
          <a:xfrm rot="10800000">
            <a:off x="4585535" y="2301778"/>
            <a:ext cx="45621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1" name="Google Shape;61;p14"/>
          <p:cNvCxnSpPr/>
          <p:nvPr/>
        </p:nvCxnSpPr>
        <p:spPr>
          <a:xfrm rot="10800000">
            <a:off x="4585535" y="2788840"/>
            <a:ext cx="45621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" name="Google Shape;62;p14"/>
          <p:cNvCxnSpPr/>
          <p:nvPr/>
        </p:nvCxnSpPr>
        <p:spPr>
          <a:xfrm rot="10800000">
            <a:off x="4585535" y="3275906"/>
            <a:ext cx="45621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" name="Google Shape;63;p14"/>
          <p:cNvCxnSpPr/>
          <p:nvPr/>
        </p:nvCxnSpPr>
        <p:spPr>
          <a:xfrm rot="10800000">
            <a:off x="4585535" y="3762917"/>
            <a:ext cx="45621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" name="Google Shape;64;p14"/>
          <p:cNvCxnSpPr/>
          <p:nvPr/>
        </p:nvCxnSpPr>
        <p:spPr>
          <a:xfrm rot="10800000">
            <a:off x="4585535" y="4249983"/>
            <a:ext cx="45621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" name="Google Shape;65;p14"/>
          <p:cNvCxnSpPr/>
          <p:nvPr/>
        </p:nvCxnSpPr>
        <p:spPr>
          <a:xfrm rot="10800000">
            <a:off x="4585535" y="4736970"/>
            <a:ext cx="45621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" name="Google Shape;66;p14"/>
          <p:cNvCxnSpPr/>
          <p:nvPr/>
        </p:nvCxnSpPr>
        <p:spPr>
          <a:xfrm rot="10800000">
            <a:off x="4585535" y="353570"/>
            <a:ext cx="45621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" name="Google Shape;67;p14"/>
          <p:cNvCxnSpPr/>
          <p:nvPr/>
        </p:nvCxnSpPr>
        <p:spPr>
          <a:xfrm rot="10800000">
            <a:off x="4585535" y="840635"/>
            <a:ext cx="45621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" name="Google Shape;68;p14"/>
          <p:cNvGrpSpPr/>
          <p:nvPr/>
        </p:nvGrpSpPr>
        <p:grpSpPr>
          <a:xfrm>
            <a:off x="4586627" y="-102"/>
            <a:ext cx="4337478" cy="5143551"/>
            <a:chOff x="-1" y="0"/>
            <a:chExt cx="4337477" cy="5143549"/>
          </a:xfrm>
        </p:grpSpPr>
        <p:cxnSp>
          <p:nvCxnSpPr>
            <p:cNvPr id="69" name="Google Shape;69;p14"/>
            <p:cNvCxnSpPr/>
            <p:nvPr/>
          </p:nvCxnSpPr>
          <p:spPr>
            <a:xfrm flipH="1">
              <a:off x="-1" y="0"/>
              <a:ext cx="2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0" name="Google Shape;70;p14"/>
            <p:cNvCxnSpPr/>
            <p:nvPr/>
          </p:nvCxnSpPr>
          <p:spPr>
            <a:xfrm flipH="1">
              <a:off x="481914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1" name="Google Shape;71;p14"/>
            <p:cNvCxnSpPr/>
            <p:nvPr/>
          </p:nvCxnSpPr>
          <p:spPr>
            <a:xfrm flipH="1">
              <a:off x="963829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2" name="Google Shape;72;p14"/>
            <p:cNvCxnSpPr/>
            <p:nvPr/>
          </p:nvCxnSpPr>
          <p:spPr>
            <a:xfrm flipH="1">
              <a:off x="1445744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3" name="Google Shape;73;p14"/>
            <p:cNvCxnSpPr/>
            <p:nvPr/>
          </p:nvCxnSpPr>
          <p:spPr>
            <a:xfrm flipH="1">
              <a:off x="1927658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4" name="Google Shape;74;p14"/>
            <p:cNvCxnSpPr/>
            <p:nvPr/>
          </p:nvCxnSpPr>
          <p:spPr>
            <a:xfrm flipH="1">
              <a:off x="2409573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5" name="Google Shape;75;p14"/>
            <p:cNvCxnSpPr/>
            <p:nvPr/>
          </p:nvCxnSpPr>
          <p:spPr>
            <a:xfrm flipH="1">
              <a:off x="2891568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6" name="Google Shape;76;p14"/>
            <p:cNvCxnSpPr/>
            <p:nvPr/>
          </p:nvCxnSpPr>
          <p:spPr>
            <a:xfrm flipH="1">
              <a:off x="3373482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7" name="Google Shape;77;p14"/>
            <p:cNvCxnSpPr/>
            <p:nvPr/>
          </p:nvCxnSpPr>
          <p:spPr>
            <a:xfrm flipH="1">
              <a:off x="3855488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8" name="Google Shape;78;p14"/>
            <p:cNvCxnSpPr/>
            <p:nvPr/>
          </p:nvCxnSpPr>
          <p:spPr>
            <a:xfrm flipH="1">
              <a:off x="4337475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79" name="Google Shape;79;p14"/>
          <p:cNvSpPr txBox="1"/>
          <p:nvPr>
            <p:ph idx="12" type="sldNum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1">
  <p:cSld name="CUSTOM_11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3"/>
          <p:cNvSpPr/>
          <p:nvPr>
            <p:ph idx="2" type="pic"/>
          </p:nvPr>
        </p:nvSpPr>
        <p:spPr>
          <a:xfrm>
            <a:off x="277499" y="734599"/>
            <a:ext cx="1383901" cy="1660201"/>
          </a:xfrm>
          <a:prstGeom prst="rect">
            <a:avLst/>
          </a:prstGeom>
          <a:noFill/>
          <a:ln>
            <a:noFill/>
          </a:ln>
        </p:spPr>
      </p:sp>
      <p:sp>
        <p:nvSpPr>
          <p:cNvPr id="179" name="Google Shape;179;p23"/>
          <p:cNvSpPr/>
          <p:nvPr>
            <p:ph idx="3" type="pic"/>
          </p:nvPr>
        </p:nvSpPr>
        <p:spPr>
          <a:xfrm>
            <a:off x="277499" y="2521174"/>
            <a:ext cx="1383901" cy="1879202"/>
          </a:xfrm>
          <a:prstGeom prst="rect">
            <a:avLst/>
          </a:prstGeom>
          <a:noFill/>
          <a:ln>
            <a:noFill/>
          </a:ln>
        </p:spPr>
      </p:sp>
      <p:sp>
        <p:nvSpPr>
          <p:cNvPr id="180" name="Google Shape;180;p23"/>
          <p:cNvSpPr/>
          <p:nvPr>
            <p:ph idx="4" type="pic"/>
          </p:nvPr>
        </p:nvSpPr>
        <p:spPr>
          <a:xfrm>
            <a:off x="1867633" y="850900"/>
            <a:ext cx="2589301" cy="3433200"/>
          </a:xfrm>
          <a:prstGeom prst="rect">
            <a:avLst/>
          </a:prstGeom>
          <a:noFill/>
          <a:ln>
            <a:noFill/>
          </a:ln>
        </p:spPr>
      </p:sp>
      <p:sp>
        <p:nvSpPr>
          <p:cNvPr id="181" name="Google Shape;181;p23"/>
          <p:cNvSpPr txBox="1"/>
          <p:nvPr>
            <p:ph type="title"/>
          </p:nvPr>
        </p:nvSpPr>
        <p:spPr>
          <a:xfrm>
            <a:off x="5778174" y="1800749"/>
            <a:ext cx="2820601" cy="102360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182" name="Google Shape;182;p23"/>
          <p:cNvSpPr txBox="1"/>
          <p:nvPr>
            <p:ph idx="1" type="body"/>
          </p:nvPr>
        </p:nvSpPr>
        <p:spPr>
          <a:xfrm>
            <a:off x="277499" y="278850"/>
            <a:ext cx="3832802" cy="1374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Logo-white.pngGoogle Shape;125;p10" id="183" name="Google Shape;183;p23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7999100" y="227652"/>
            <a:ext cx="867451" cy="207876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23"/>
          <p:cNvSpPr txBox="1"/>
          <p:nvPr>
            <p:ph idx="12" type="sldNum"/>
          </p:nvPr>
        </p:nvSpPr>
        <p:spPr>
          <a:xfrm>
            <a:off x="8739547" y="4757766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2">
  <p:cSld name="CUSTOM_12">
    <p:bg>
      <p:bgPr>
        <a:solidFill>
          <a:schemeClr val="accent2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4"/>
          <p:cNvSpPr txBox="1"/>
          <p:nvPr>
            <p:ph type="title"/>
          </p:nvPr>
        </p:nvSpPr>
        <p:spPr>
          <a:xfrm>
            <a:off x="277499" y="416249"/>
            <a:ext cx="8589001" cy="8850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187" name="Google Shape;187;p24"/>
          <p:cNvSpPr txBox="1"/>
          <p:nvPr>
            <p:ph idx="1" type="body"/>
          </p:nvPr>
        </p:nvSpPr>
        <p:spPr>
          <a:xfrm>
            <a:off x="4572000" y="2571750"/>
            <a:ext cx="3585001" cy="10980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Char char="●"/>
              <a:defRPr>
                <a:solidFill>
                  <a:srgbClr val="493691"/>
                </a:solidFill>
              </a:defRPr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Char char="○"/>
              <a:defRPr>
                <a:solidFill>
                  <a:srgbClr val="493691"/>
                </a:solidFill>
              </a:defRPr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Char char="■"/>
              <a:defRPr>
                <a:solidFill>
                  <a:srgbClr val="493691"/>
                </a:solidFill>
              </a:defRPr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Char char="●"/>
              <a:defRPr>
                <a:solidFill>
                  <a:srgbClr val="493691"/>
                </a:solidFill>
              </a:defRPr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Char char="○"/>
              <a:defRPr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88" name="Google Shape;188;p24"/>
          <p:cNvSpPr txBox="1"/>
          <p:nvPr>
            <p:ph idx="2" type="body"/>
          </p:nvPr>
        </p:nvSpPr>
        <p:spPr>
          <a:xfrm>
            <a:off x="277499" y="2571741"/>
            <a:ext cx="3585002" cy="10980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Logo2.pngGoogle Shape;132;p11" id="189" name="Google Shape;189;p24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7986349" y="205150"/>
            <a:ext cx="888051" cy="252850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24"/>
          <p:cNvSpPr txBox="1"/>
          <p:nvPr>
            <p:ph idx="12" type="sldNum"/>
          </p:nvPr>
        </p:nvSpPr>
        <p:spPr>
          <a:xfrm>
            <a:off x="8739547" y="4757766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2_1">
  <p:cSld name="CUSTOM_12_1">
    <p:bg>
      <p:bgPr>
        <a:solidFill>
          <a:schemeClr val="accent2"/>
        </a:solidFill>
      </p:bgPr>
    </p:bg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5"/>
          <p:cNvSpPr txBox="1"/>
          <p:nvPr>
            <p:ph type="title"/>
          </p:nvPr>
        </p:nvSpPr>
        <p:spPr>
          <a:xfrm>
            <a:off x="277499" y="416249"/>
            <a:ext cx="3630902" cy="8850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193" name="Google Shape;193;p25"/>
          <p:cNvSpPr txBox="1"/>
          <p:nvPr>
            <p:ph idx="1" type="body"/>
          </p:nvPr>
        </p:nvSpPr>
        <p:spPr>
          <a:xfrm>
            <a:off x="4839675" y="840449"/>
            <a:ext cx="3759001" cy="7443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857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Char char="●"/>
              <a:defRPr sz="9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857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Char char="○"/>
              <a:defRPr sz="9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2857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Char char="■"/>
              <a:defRPr sz="9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2857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Char char="●"/>
              <a:defRPr sz="9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2857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Char char="○"/>
              <a:defRPr sz="9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Logo2.pngGoogle Shape;140;p12" id="194" name="Google Shape;194;p25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7986349" y="205150"/>
            <a:ext cx="888051" cy="2528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heck.pngGoogle Shape;141;p12" id="195" name="Google Shape;195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69900" y="610399"/>
            <a:ext cx="192001" cy="192002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25"/>
          <p:cNvSpPr txBox="1"/>
          <p:nvPr>
            <p:ph idx="2" type="body"/>
          </p:nvPr>
        </p:nvSpPr>
        <p:spPr>
          <a:xfrm>
            <a:off x="4839675" y="1845849"/>
            <a:ext cx="3759001" cy="7443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check.pngGoogle Shape;144;p12" id="197" name="Google Shape;19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69900" y="1615800"/>
            <a:ext cx="192001" cy="192001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25"/>
          <p:cNvSpPr txBox="1"/>
          <p:nvPr>
            <p:ph idx="3" type="body"/>
          </p:nvPr>
        </p:nvSpPr>
        <p:spPr>
          <a:xfrm>
            <a:off x="4839675" y="2851249"/>
            <a:ext cx="3759001" cy="7443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check.pngGoogle Shape;147;p12" id="199" name="Google Shape;199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69900" y="2621200"/>
            <a:ext cx="192001" cy="192001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25"/>
          <p:cNvSpPr txBox="1"/>
          <p:nvPr>
            <p:ph idx="4" type="body"/>
          </p:nvPr>
        </p:nvSpPr>
        <p:spPr>
          <a:xfrm>
            <a:off x="4839675" y="3864850"/>
            <a:ext cx="3759001" cy="7443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check.pngGoogle Shape;150;p12" id="201" name="Google Shape;20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69900" y="3634799"/>
            <a:ext cx="192001" cy="19200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2" name="Google Shape;202;p25"/>
          <p:cNvCxnSpPr/>
          <p:nvPr/>
        </p:nvCxnSpPr>
        <p:spPr>
          <a:xfrm flipH="1">
            <a:off x="4278050" y="287400"/>
            <a:ext cx="1" cy="4573501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3" name="Google Shape;203;p25"/>
          <p:cNvSpPr txBox="1"/>
          <p:nvPr>
            <p:ph idx="5" type="body"/>
          </p:nvPr>
        </p:nvSpPr>
        <p:spPr>
          <a:xfrm>
            <a:off x="277499" y="1061865"/>
            <a:ext cx="3428702" cy="20118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04" name="Google Shape;204;p25"/>
          <p:cNvSpPr txBox="1"/>
          <p:nvPr>
            <p:ph idx="12" type="sldNum"/>
          </p:nvPr>
        </p:nvSpPr>
        <p:spPr>
          <a:xfrm>
            <a:off x="8739547" y="4757766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3">
  <p:cSld name="CUSTOM_13"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6"/>
          <p:cNvSpPr txBox="1"/>
          <p:nvPr/>
        </p:nvSpPr>
        <p:spPr>
          <a:xfrm>
            <a:off x="277499" y="1934926"/>
            <a:ext cx="830102" cy="1148051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6300"/>
              <a:buFont typeface="Work Sans"/>
              <a:buNone/>
            </a:pPr>
            <a:r>
              <a:rPr b="1" i="0" lang="en" sz="6300" u="none" cap="none" strike="noStrike">
                <a:solidFill>
                  <a:srgbClr val="493691"/>
                </a:solidFill>
                <a:latin typeface="Work Sans"/>
                <a:ea typeface="Work Sans"/>
                <a:cs typeface="Work Sans"/>
                <a:sym typeface="Work Sans"/>
              </a:rPr>
              <a:t>“</a:t>
            </a:r>
            <a:endParaRPr/>
          </a:p>
        </p:txBody>
      </p:sp>
      <p:sp>
        <p:nvSpPr>
          <p:cNvPr id="207" name="Google Shape;207;p26"/>
          <p:cNvSpPr txBox="1"/>
          <p:nvPr>
            <p:ph type="title"/>
          </p:nvPr>
        </p:nvSpPr>
        <p:spPr>
          <a:xfrm>
            <a:off x="277499" y="416249"/>
            <a:ext cx="8589001" cy="8850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08" name="Google Shape;208;p26"/>
          <p:cNvSpPr txBox="1"/>
          <p:nvPr>
            <p:ph idx="1" type="body"/>
          </p:nvPr>
        </p:nvSpPr>
        <p:spPr>
          <a:xfrm>
            <a:off x="545225" y="3722999"/>
            <a:ext cx="3550500" cy="106680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Montserrat"/>
              <a:buNone/>
              <a:defRPr b="1" sz="900">
                <a:solidFill>
                  <a:schemeClr val="accen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Montserrat"/>
              <a:buNone/>
              <a:defRPr b="1" sz="900">
                <a:solidFill>
                  <a:schemeClr val="accen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Montserrat"/>
              <a:buNone/>
              <a:defRPr b="1" sz="900">
                <a:solidFill>
                  <a:schemeClr val="accent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Montserrat"/>
              <a:buNone/>
              <a:defRPr b="1" sz="900">
                <a:solidFill>
                  <a:schemeClr val="accent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Montserrat"/>
              <a:buNone/>
              <a:defRPr b="1" sz="900">
                <a:solidFill>
                  <a:schemeClr val="accent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09" name="Google Shape;209;p26"/>
          <p:cNvSpPr txBox="1"/>
          <p:nvPr>
            <p:ph idx="2" type="body"/>
          </p:nvPr>
        </p:nvSpPr>
        <p:spPr>
          <a:xfrm>
            <a:off x="545225" y="2315324"/>
            <a:ext cx="3550501" cy="10980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10" name="Google Shape;210;p26"/>
          <p:cNvSpPr txBox="1"/>
          <p:nvPr/>
        </p:nvSpPr>
        <p:spPr>
          <a:xfrm>
            <a:off x="4309293" y="1934926"/>
            <a:ext cx="830101" cy="1148051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6300"/>
              <a:buFont typeface="Work Sans"/>
              <a:buNone/>
            </a:pPr>
            <a:r>
              <a:rPr b="1" i="0" lang="en" sz="6300" u="none" cap="none" strike="noStrike">
                <a:solidFill>
                  <a:srgbClr val="493691"/>
                </a:solidFill>
                <a:latin typeface="Work Sans"/>
                <a:ea typeface="Work Sans"/>
                <a:cs typeface="Work Sans"/>
                <a:sym typeface="Work Sans"/>
              </a:rPr>
              <a:t>“</a:t>
            </a:r>
            <a:endParaRPr/>
          </a:p>
        </p:txBody>
      </p:sp>
      <p:sp>
        <p:nvSpPr>
          <p:cNvPr id="211" name="Google Shape;211;p26"/>
          <p:cNvSpPr txBox="1"/>
          <p:nvPr>
            <p:ph idx="3" type="body"/>
          </p:nvPr>
        </p:nvSpPr>
        <p:spPr>
          <a:xfrm>
            <a:off x="4577017" y="2315324"/>
            <a:ext cx="3550501" cy="10980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Logo-white.pngGoogle Shape;164;p13" id="212" name="Google Shape;212;p26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7999100" y="227652"/>
            <a:ext cx="867451" cy="207876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6"/>
          <p:cNvSpPr txBox="1"/>
          <p:nvPr>
            <p:ph idx="12" type="sldNum"/>
          </p:nvPr>
        </p:nvSpPr>
        <p:spPr>
          <a:xfrm>
            <a:off x="8739547" y="4757766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5">
  <p:cSld name="CUSTOM_15"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27"/>
          <p:cNvSpPr txBox="1"/>
          <p:nvPr>
            <p:ph type="title"/>
          </p:nvPr>
        </p:nvSpPr>
        <p:spPr>
          <a:xfrm>
            <a:off x="5321925" y="506100"/>
            <a:ext cx="3544501" cy="5793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Montserrat SemiBold"/>
              <a:buNone/>
              <a:defRPr sz="2000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16" name="Google Shape;216;p27"/>
          <p:cNvSpPr/>
          <p:nvPr>
            <p:ph idx="2" type="pic"/>
          </p:nvPr>
        </p:nvSpPr>
        <p:spPr>
          <a:xfrm>
            <a:off x="4572000" y="526825"/>
            <a:ext cx="4026900" cy="4333200"/>
          </a:xfrm>
          <a:prstGeom prst="rect">
            <a:avLst/>
          </a:prstGeom>
          <a:noFill/>
          <a:ln>
            <a:noFill/>
          </a:ln>
        </p:spPr>
      </p:sp>
      <p:sp>
        <p:nvSpPr>
          <p:cNvPr id="217" name="Google Shape;217;p27"/>
          <p:cNvSpPr txBox="1"/>
          <p:nvPr>
            <p:ph idx="1" type="body"/>
          </p:nvPr>
        </p:nvSpPr>
        <p:spPr>
          <a:xfrm>
            <a:off x="277499" y="278850"/>
            <a:ext cx="3832802" cy="1374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Logo-white.pngGoogle Shape;169;p14" id="218" name="Google Shape;218;p27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7999100" y="227652"/>
            <a:ext cx="867451" cy="207876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27"/>
          <p:cNvSpPr txBox="1"/>
          <p:nvPr>
            <p:ph idx="12" type="sldNum"/>
          </p:nvPr>
        </p:nvSpPr>
        <p:spPr>
          <a:xfrm>
            <a:off x="8739547" y="4757766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7_1">
  <p:cSld name="CUSTOM_17_1"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28"/>
          <p:cNvSpPr txBox="1"/>
          <p:nvPr>
            <p:ph idx="1" type="body"/>
          </p:nvPr>
        </p:nvSpPr>
        <p:spPr>
          <a:xfrm>
            <a:off x="277499" y="3324652"/>
            <a:ext cx="1759201" cy="29010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100"/>
              <a:buFont typeface="Montserrat"/>
              <a:buNone/>
              <a:defRPr b="1">
                <a:solidFill>
                  <a:srgbClr val="E0DAFF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100"/>
              <a:buFont typeface="Montserrat"/>
              <a:buNone/>
              <a:defRPr b="1">
                <a:solidFill>
                  <a:srgbClr val="E0DAFF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100"/>
              <a:buFont typeface="Montserrat"/>
              <a:buNone/>
              <a:defRPr b="1">
                <a:solidFill>
                  <a:srgbClr val="E0DAFF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100"/>
              <a:buFont typeface="Montserrat"/>
              <a:buNone/>
              <a:defRPr b="1">
                <a:solidFill>
                  <a:srgbClr val="E0DAFF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100"/>
              <a:buFont typeface="Montserrat"/>
              <a:buNone/>
              <a:defRPr b="1">
                <a:solidFill>
                  <a:srgbClr val="E0DAFF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22" name="Google Shape;222;p28"/>
          <p:cNvSpPr/>
          <p:nvPr>
            <p:ph idx="2" type="pic"/>
          </p:nvPr>
        </p:nvSpPr>
        <p:spPr>
          <a:xfrm>
            <a:off x="289099" y="1336780"/>
            <a:ext cx="1751102" cy="1772999"/>
          </a:xfrm>
          <a:prstGeom prst="rect">
            <a:avLst/>
          </a:prstGeom>
          <a:noFill/>
          <a:ln>
            <a:noFill/>
          </a:ln>
        </p:spPr>
      </p:sp>
      <p:sp>
        <p:nvSpPr>
          <p:cNvPr id="223" name="Google Shape;223;p28"/>
          <p:cNvSpPr/>
          <p:nvPr>
            <p:ph idx="3" type="pic"/>
          </p:nvPr>
        </p:nvSpPr>
        <p:spPr>
          <a:xfrm>
            <a:off x="2167688" y="1336780"/>
            <a:ext cx="1751101" cy="1772999"/>
          </a:xfrm>
          <a:prstGeom prst="rect">
            <a:avLst/>
          </a:prstGeom>
          <a:noFill/>
          <a:ln>
            <a:noFill/>
          </a:ln>
        </p:spPr>
      </p:sp>
      <p:sp>
        <p:nvSpPr>
          <p:cNvPr id="224" name="Google Shape;224;p28"/>
          <p:cNvSpPr/>
          <p:nvPr>
            <p:ph idx="4" type="pic"/>
          </p:nvPr>
        </p:nvSpPr>
        <p:spPr>
          <a:xfrm>
            <a:off x="4046275" y="1336780"/>
            <a:ext cx="1751101" cy="1772999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28"/>
          <p:cNvSpPr/>
          <p:nvPr>
            <p:ph idx="5" type="pic"/>
          </p:nvPr>
        </p:nvSpPr>
        <p:spPr>
          <a:xfrm>
            <a:off x="5912713" y="1336780"/>
            <a:ext cx="1751101" cy="1772999"/>
          </a:xfrm>
          <a:prstGeom prst="rect">
            <a:avLst/>
          </a:prstGeom>
          <a:noFill/>
          <a:ln>
            <a:noFill/>
          </a:ln>
        </p:spPr>
      </p:sp>
      <p:sp>
        <p:nvSpPr>
          <p:cNvPr id="226" name="Google Shape;226;p28"/>
          <p:cNvSpPr txBox="1"/>
          <p:nvPr>
            <p:ph idx="6" type="body"/>
          </p:nvPr>
        </p:nvSpPr>
        <p:spPr>
          <a:xfrm>
            <a:off x="277499" y="3660092"/>
            <a:ext cx="1759201" cy="498601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27" name="Google Shape;227;p28"/>
          <p:cNvSpPr txBox="1"/>
          <p:nvPr>
            <p:ph idx="7" type="body"/>
          </p:nvPr>
        </p:nvSpPr>
        <p:spPr>
          <a:xfrm>
            <a:off x="2163638" y="3660092"/>
            <a:ext cx="1759201" cy="498601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28" name="Google Shape;228;p28"/>
          <p:cNvSpPr txBox="1"/>
          <p:nvPr>
            <p:ph idx="8" type="body"/>
          </p:nvPr>
        </p:nvSpPr>
        <p:spPr>
          <a:xfrm>
            <a:off x="4049776" y="3660092"/>
            <a:ext cx="1759201" cy="498601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29" name="Google Shape;229;p28"/>
          <p:cNvSpPr txBox="1"/>
          <p:nvPr>
            <p:ph idx="9" type="body"/>
          </p:nvPr>
        </p:nvSpPr>
        <p:spPr>
          <a:xfrm>
            <a:off x="5900113" y="3660092"/>
            <a:ext cx="1759201" cy="498601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30" name="Google Shape;230;p28"/>
          <p:cNvSpPr txBox="1"/>
          <p:nvPr>
            <p:ph type="title"/>
          </p:nvPr>
        </p:nvSpPr>
        <p:spPr>
          <a:xfrm>
            <a:off x="277499" y="416249"/>
            <a:ext cx="8589001" cy="8850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pic>
        <p:nvPicPr>
          <p:cNvPr descr="Logo-white.pngGoogle Shape;187;p15" id="231" name="Google Shape;231;p28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7999100" y="227652"/>
            <a:ext cx="867451" cy="207876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28"/>
          <p:cNvSpPr txBox="1"/>
          <p:nvPr>
            <p:ph idx="12" type="sldNum"/>
          </p:nvPr>
        </p:nvSpPr>
        <p:spPr>
          <a:xfrm>
            <a:off x="8739547" y="4757766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9"/>
          <p:cNvSpPr/>
          <p:nvPr>
            <p:ph idx="2" type="pic"/>
          </p:nvPr>
        </p:nvSpPr>
        <p:spPr>
          <a:xfrm>
            <a:off x="277499" y="1170424"/>
            <a:ext cx="8589001" cy="3689701"/>
          </a:xfrm>
          <a:prstGeom prst="rect">
            <a:avLst/>
          </a:prstGeom>
          <a:noFill/>
          <a:ln>
            <a:noFill/>
          </a:ln>
        </p:spPr>
      </p:sp>
      <p:sp>
        <p:nvSpPr>
          <p:cNvPr id="235" name="Google Shape;235;p29"/>
          <p:cNvSpPr txBox="1"/>
          <p:nvPr>
            <p:ph type="title"/>
          </p:nvPr>
        </p:nvSpPr>
        <p:spPr>
          <a:xfrm>
            <a:off x="545225" y="277499"/>
            <a:ext cx="8053500" cy="5970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36" name="Google Shape;236;p29"/>
          <p:cNvSpPr txBox="1"/>
          <p:nvPr>
            <p:ph idx="12" type="sldNum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_1_1">
  <p:cSld name="CUSTOM_21_1_1_1_1">
    <p:bg>
      <p:bgPr>
        <a:solidFill>
          <a:srgbClr val="493691"/>
        </a:solidFill>
      </p:bgPr>
    </p:bg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30"/>
          <p:cNvSpPr/>
          <p:nvPr/>
        </p:nvSpPr>
        <p:spPr>
          <a:xfrm>
            <a:off x="163549" y="153950"/>
            <a:ext cx="8803501" cy="4820100"/>
          </a:xfrm>
          <a:prstGeom prst="roundRect">
            <a:avLst>
              <a:gd fmla="val 1636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</a:pPr>
            <a:r>
              <a:t/>
            </a:r>
            <a:endParaRPr b="0" i="0" sz="14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30"/>
          <p:cNvSpPr txBox="1"/>
          <p:nvPr>
            <p:ph type="title"/>
          </p:nvPr>
        </p:nvSpPr>
        <p:spPr>
          <a:xfrm>
            <a:off x="457200" y="408397"/>
            <a:ext cx="8141700" cy="5193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40" name="Google Shape;240;p30"/>
          <p:cNvSpPr/>
          <p:nvPr/>
        </p:nvSpPr>
        <p:spPr>
          <a:xfrm>
            <a:off x="7583124" y="4744075"/>
            <a:ext cx="1560901" cy="399601"/>
          </a:xfrm>
          <a:prstGeom prst="roundRect">
            <a:avLst>
              <a:gd fmla="val 16667" name="adj"/>
            </a:avLst>
          </a:prstGeom>
          <a:solidFill>
            <a:srgbClr val="49369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Montserrat"/>
              <a:buNone/>
            </a:pPr>
            <a:r>
              <a:t/>
            </a:r>
            <a:endParaRPr b="0" i="0" sz="14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30"/>
          <p:cNvSpPr txBox="1"/>
          <p:nvPr>
            <p:ph idx="1" type="body"/>
          </p:nvPr>
        </p:nvSpPr>
        <p:spPr>
          <a:xfrm>
            <a:off x="457200" y="927799"/>
            <a:ext cx="3832801" cy="1920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100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100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100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100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100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Logo-white.pngGoogle Shape;197;p17" id="242" name="Google Shape;242;p30"/>
          <p:cNvPicPr preferRelativeResize="0"/>
          <p:nvPr/>
        </p:nvPicPr>
        <p:blipFill rotWithShape="1">
          <a:blip r:embed="rId2">
            <a:alphaModFix/>
          </a:blip>
          <a:srcRect b="0" l="17014" r="0" t="0"/>
          <a:stretch/>
        </p:blipFill>
        <p:spPr>
          <a:xfrm>
            <a:off x="7761816" y="4819961"/>
            <a:ext cx="852438" cy="19199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30"/>
          <p:cNvSpPr txBox="1"/>
          <p:nvPr>
            <p:ph idx="2" type="body"/>
          </p:nvPr>
        </p:nvSpPr>
        <p:spPr>
          <a:xfrm>
            <a:off x="457200" y="1652299"/>
            <a:ext cx="4115100" cy="19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44" name="Google Shape;244;p30"/>
          <p:cNvSpPr txBox="1"/>
          <p:nvPr>
            <p:ph idx="12" type="sldNum"/>
          </p:nvPr>
        </p:nvSpPr>
        <p:spPr>
          <a:xfrm>
            <a:off x="8826138" y="4853987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ference A">
  <p:cSld name="Conference A">
    <p:bg>
      <p:bgPr>
        <a:solidFill>
          <a:srgbClr val="493691"/>
        </a:solidFill>
      </p:bgPr>
    </p:bg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/>
          <p:cNvSpPr/>
          <p:nvPr/>
        </p:nvSpPr>
        <p:spPr>
          <a:xfrm>
            <a:off x="163550" y="153950"/>
            <a:ext cx="8803501" cy="4820101"/>
          </a:xfrm>
          <a:prstGeom prst="roundRect">
            <a:avLst>
              <a:gd fmla="val 1636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Montserrat"/>
              <a:buNone/>
            </a:pPr>
            <a:r>
              <a:t/>
            </a:r>
            <a:endParaRPr b="0" i="0" sz="14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31"/>
          <p:cNvSpPr txBox="1"/>
          <p:nvPr>
            <p:ph type="title"/>
          </p:nvPr>
        </p:nvSpPr>
        <p:spPr>
          <a:xfrm>
            <a:off x="457200" y="408396"/>
            <a:ext cx="8141700" cy="5193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48" name="Google Shape;248;p31"/>
          <p:cNvSpPr/>
          <p:nvPr/>
        </p:nvSpPr>
        <p:spPr>
          <a:xfrm>
            <a:off x="7583124" y="4744074"/>
            <a:ext cx="1560901" cy="399601"/>
          </a:xfrm>
          <a:prstGeom prst="roundRect">
            <a:avLst>
              <a:gd fmla="val 16667" name="adj"/>
            </a:avLst>
          </a:prstGeom>
          <a:solidFill>
            <a:srgbClr val="493691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Montserrat"/>
              <a:buNone/>
            </a:pPr>
            <a:r>
              <a:t/>
            </a:r>
            <a:endParaRPr b="0" i="0" sz="14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31"/>
          <p:cNvSpPr txBox="1"/>
          <p:nvPr>
            <p:ph idx="1" type="body"/>
          </p:nvPr>
        </p:nvSpPr>
        <p:spPr>
          <a:xfrm>
            <a:off x="457200" y="927800"/>
            <a:ext cx="3832801" cy="1920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800"/>
              <a:buFont typeface="Host Grotesk SemiBold"/>
              <a:buNone/>
              <a:defRPr sz="800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800"/>
              <a:buFont typeface="Host Grotesk SemiBold"/>
              <a:buNone/>
              <a:defRPr sz="800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800"/>
              <a:buFont typeface="Host Grotesk SemiBold"/>
              <a:buNone/>
              <a:defRPr sz="800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800"/>
              <a:buFont typeface="Host Grotesk SemiBold"/>
              <a:buNone/>
              <a:defRPr sz="800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800"/>
              <a:buFont typeface="Host Grotesk SemiBold"/>
              <a:buNone/>
              <a:defRPr sz="800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Logo-white.pngGoogle Shape;197;p17" id="250" name="Google Shape;250;p31"/>
          <p:cNvPicPr preferRelativeResize="0"/>
          <p:nvPr/>
        </p:nvPicPr>
        <p:blipFill rotWithShape="1">
          <a:blip r:embed="rId2">
            <a:alphaModFix/>
          </a:blip>
          <a:srcRect b="0" l="17013" r="0" t="0"/>
          <a:stretch/>
        </p:blipFill>
        <p:spPr>
          <a:xfrm>
            <a:off x="7761815" y="4819962"/>
            <a:ext cx="852448" cy="191992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31"/>
          <p:cNvSpPr txBox="1"/>
          <p:nvPr>
            <p:ph idx="2" type="body"/>
          </p:nvPr>
        </p:nvSpPr>
        <p:spPr>
          <a:xfrm>
            <a:off x="457200" y="1652300"/>
            <a:ext cx="4115100" cy="19731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52" name="Google Shape;252;p31"/>
          <p:cNvSpPr txBox="1"/>
          <p:nvPr>
            <p:ph idx="12" type="sldNum"/>
          </p:nvPr>
        </p:nvSpPr>
        <p:spPr>
          <a:xfrm>
            <a:off x="8826138" y="4853987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798" lvl="0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700"/>
              <a:buFont typeface="Montserrat"/>
              <a:buNone/>
              <a:defRPr b="1" sz="7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798" lvl="1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700"/>
              <a:buFont typeface="Montserrat"/>
              <a:buNone/>
              <a:defRPr b="1" sz="7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798" lvl="2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700"/>
              <a:buFont typeface="Montserrat"/>
              <a:buNone/>
              <a:defRPr b="1" sz="7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798" lvl="3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700"/>
              <a:buFont typeface="Montserrat"/>
              <a:buNone/>
              <a:defRPr b="1" sz="7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798" lvl="4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700"/>
              <a:buFont typeface="Montserrat"/>
              <a:buNone/>
              <a:defRPr b="1" sz="7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798" lvl="5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700"/>
              <a:buFont typeface="Montserrat"/>
              <a:buNone/>
              <a:defRPr b="1" sz="7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798" lvl="6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700"/>
              <a:buFont typeface="Montserrat"/>
              <a:buNone/>
              <a:defRPr b="1" sz="7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798" lvl="7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700"/>
              <a:buFont typeface="Montserrat"/>
              <a:buNone/>
              <a:defRPr b="1" sz="7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798" lvl="8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700"/>
              <a:buFont typeface="Montserrat"/>
              <a:buNone/>
              <a:defRPr b="1" sz="7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798" lvl="0" marL="50798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rgbClr val="FFFFFF"/>
        </a:solidFill>
      </p:bgPr>
    </p:bg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2"/>
          <p:cNvSpPr txBox="1"/>
          <p:nvPr>
            <p:ph idx="12" type="sldNum"/>
          </p:nvPr>
        </p:nvSpPr>
        <p:spPr>
          <a:xfrm>
            <a:off x="8755643" y="4749851"/>
            <a:ext cx="349841" cy="340440"/>
          </a:xfrm>
          <a:prstGeom prst="rect">
            <a:avLst/>
          </a:prstGeom>
          <a:noFill/>
          <a:ln>
            <a:noFill/>
          </a:ln>
        </p:spPr>
        <p:txBody>
          <a:bodyPr anchorCtr="0" anchor="t" bIns="83800" lIns="83800" spcFirstLastPara="1" rIns="83800" wrap="square" tIns="838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0" i="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_1">
  <p:cSld name="CUSTOM_21_1_1_1">
    <p:bg>
      <p:bgPr>
        <a:solidFill>
          <a:schemeClr val="accent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/>
          <p:cNvSpPr txBox="1"/>
          <p:nvPr>
            <p:ph type="title"/>
          </p:nvPr>
        </p:nvSpPr>
        <p:spPr>
          <a:xfrm>
            <a:off x="277499" y="416249"/>
            <a:ext cx="8589001" cy="8850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82" name="Google Shape;82;p15"/>
          <p:cNvSpPr txBox="1"/>
          <p:nvPr>
            <p:ph idx="1" type="body"/>
          </p:nvPr>
        </p:nvSpPr>
        <p:spPr>
          <a:xfrm>
            <a:off x="277499" y="278850"/>
            <a:ext cx="3832802" cy="1374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83" name="Google Shape;83;p15"/>
          <p:cNvSpPr txBox="1"/>
          <p:nvPr>
            <p:ph idx="12" type="sldNum"/>
          </p:nvPr>
        </p:nvSpPr>
        <p:spPr>
          <a:xfrm>
            <a:off x="8739547" y="4757766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">
  <p:cSld name="BLANK_1_1_1">
    <p:bg>
      <p:bgPr>
        <a:solidFill>
          <a:srgbClr val="493691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/>
          <p:nvPr/>
        </p:nvSpPr>
        <p:spPr>
          <a:xfrm>
            <a:off x="281924" y="276249"/>
            <a:ext cx="8589001" cy="4599001"/>
          </a:xfrm>
          <a:prstGeom prst="roundRect">
            <a:avLst>
              <a:gd fmla="val 2502" name="adj"/>
            </a:avLst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200038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</a:pPr>
            <a:r>
              <a:t/>
            </a:r>
            <a:endParaRPr b="0" i="0" sz="14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6"/>
          <p:cNvSpPr txBox="1"/>
          <p:nvPr>
            <p:ph type="title"/>
          </p:nvPr>
        </p:nvSpPr>
        <p:spPr>
          <a:xfrm>
            <a:off x="2598474" y="3493075"/>
            <a:ext cx="5985302" cy="994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sz="4000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87" name="Google Shape;87;p16"/>
          <p:cNvSpPr txBox="1"/>
          <p:nvPr>
            <p:ph idx="12" type="sldNum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5">
  <p:cSld name="CUSTOM_25">
    <p:bg>
      <p:bgPr>
        <a:solidFill>
          <a:srgbClr val="493691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8"/>
          <p:cNvSpPr txBox="1"/>
          <p:nvPr>
            <p:ph type="title"/>
          </p:nvPr>
        </p:nvSpPr>
        <p:spPr>
          <a:xfrm>
            <a:off x="284850" y="1412325"/>
            <a:ext cx="3919200" cy="225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500"/>
              <a:buFont typeface="Montserrat SemiBold"/>
              <a:buNone/>
              <a:defRPr sz="3500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100" name="Google Shape;100;p18"/>
          <p:cNvSpPr/>
          <p:nvPr/>
        </p:nvSpPr>
        <p:spPr>
          <a:xfrm>
            <a:off x="4581850" y="0"/>
            <a:ext cx="4562101" cy="5143500"/>
          </a:xfrm>
          <a:prstGeom prst="rect">
            <a:avLst/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198661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Montserrat"/>
              <a:buNone/>
            </a:pPr>
            <a:r>
              <a:t/>
            </a:r>
            <a:endParaRPr b="0" i="0" sz="14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18"/>
          <p:cNvSpPr txBox="1"/>
          <p:nvPr>
            <p:ph idx="1" type="body"/>
          </p:nvPr>
        </p:nvSpPr>
        <p:spPr>
          <a:xfrm>
            <a:off x="277499" y="278850"/>
            <a:ext cx="3832802" cy="1374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cxnSp>
        <p:nvCxnSpPr>
          <p:cNvPr id="102" name="Google Shape;102;p18"/>
          <p:cNvCxnSpPr/>
          <p:nvPr/>
        </p:nvCxnSpPr>
        <p:spPr>
          <a:xfrm rot="10800000">
            <a:off x="4585535" y="1327700"/>
            <a:ext cx="45621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3" name="Google Shape;103;p18"/>
          <p:cNvCxnSpPr/>
          <p:nvPr/>
        </p:nvCxnSpPr>
        <p:spPr>
          <a:xfrm rot="10800000">
            <a:off x="4585535" y="1814713"/>
            <a:ext cx="45621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4" name="Google Shape;104;p18"/>
          <p:cNvCxnSpPr/>
          <p:nvPr/>
        </p:nvCxnSpPr>
        <p:spPr>
          <a:xfrm rot="10800000">
            <a:off x="4585535" y="2301778"/>
            <a:ext cx="45621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5" name="Google Shape;105;p18"/>
          <p:cNvCxnSpPr/>
          <p:nvPr/>
        </p:nvCxnSpPr>
        <p:spPr>
          <a:xfrm rot="10800000">
            <a:off x="4585535" y="2788840"/>
            <a:ext cx="45621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6" name="Google Shape;106;p18"/>
          <p:cNvCxnSpPr/>
          <p:nvPr/>
        </p:nvCxnSpPr>
        <p:spPr>
          <a:xfrm rot="10800000">
            <a:off x="4585535" y="3275906"/>
            <a:ext cx="45621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7" name="Google Shape;107;p18"/>
          <p:cNvCxnSpPr/>
          <p:nvPr/>
        </p:nvCxnSpPr>
        <p:spPr>
          <a:xfrm rot="10800000">
            <a:off x="4585535" y="3762917"/>
            <a:ext cx="45621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8" name="Google Shape;108;p18"/>
          <p:cNvCxnSpPr/>
          <p:nvPr/>
        </p:nvCxnSpPr>
        <p:spPr>
          <a:xfrm rot="10800000">
            <a:off x="4585535" y="4249983"/>
            <a:ext cx="45621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9" name="Google Shape;109;p18"/>
          <p:cNvCxnSpPr/>
          <p:nvPr/>
        </p:nvCxnSpPr>
        <p:spPr>
          <a:xfrm rot="10800000">
            <a:off x="4585535" y="4736970"/>
            <a:ext cx="45621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0" name="Google Shape;110;p18"/>
          <p:cNvCxnSpPr/>
          <p:nvPr/>
        </p:nvCxnSpPr>
        <p:spPr>
          <a:xfrm rot="10800000">
            <a:off x="4585535" y="353570"/>
            <a:ext cx="45621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1" name="Google Shape;111;p18"/>
          <p:cNvCxnSpPr/>
          <p:nvPr/>
        </p:nvCxnSpPr>
        <p:spPr>
          <a:xfrm rot="10800000">
            <a:off x="4585535" y="840635"/>
            <a:ext cx="45621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12" name="Google Shape;112;p18"/>
          <p:cNvGrpSpPr/>
          <p:nvPr/>
        </p:nvGrpSpPr>
        <p:grpSpPr>
          <a:xfrm>
            <a:off x="4586627" y="-102"/>
            <a:ext cx="4337478" cy="5143551"/>
            <a:chOff x="-1" y="0"/>
            <a:chExt cx="4337477" cy="5143549"/>
          </a:xfrm>
        </p:grpSpPr>
        <p:cxnSp>
          <p:nvCxnSpPr>
            <p:cNvPr id="113" name="Google Shape;113;p18"/>
            <p:cNvCxnSpPr/>
            <p:nvPr/>
          </p:nvCxnSpPr>
          <p:spPr>
            <a:xfrm flipH="1">
              <a:off x="-1" y="0"/>
              <a:ext cx="2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4" name="Google Shape;114;p18"/>
            <p:cNvCxnSpPr/>
            <p:nvPr/>
          </p:nvCxnSpPr>
          <p:spPr>
            <a:xfrm flipH="1">
              <a:off x="481914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5" name="Google Shape;115;p18"/>
            <p:cNvCxnSpPr/>
            <p:nvPr/>
          </p:nvCxnSpPr>
          <p:spPr>
            <a:xfrm flipH="1">
              <a:off x="963829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6" name="Google Shape;116;p18"/>
            <p:cNvCxnSpPr/>
            <p:nvPr/>
          </p:nvCxnSpPr>
          <p:spPr>
            <a:xfrm flipH="1">
              <a:off x="1445744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7" name="Google Shape;117;p18"/>
            <p:cNvCxnSpPr/>
            <p:nvPr/>
          </p:nvCxnSpPr>
          <p:spPr>
            <a:xfrm flipH="1">
              <a:off x="1927658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8" name="Google Shape;118;p18"/>
            <p:cNvCxnSpPr/>
            <p:nvPr/>
          </p:nvCxnSpPr>
          <p:spPr>
            <a:xfrm flipH="1">
              <a:off x="2409573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9" name="Google Shape;119;p18"/>
            <p:cNvCxnSpPr/>
            <p:nvPr/>
          </p:nvCxnSpPr>
          <p:spPr>
            <a:xfrm flipH="1">
              <a:off x="2891568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0" name="Google Shape;120;p18"/>
            <p:cNvCxnSpPr/>
            <p:nvPr/>
          </p:nvCxnSpPr>
          <p:spPr>
            <a:xfrm flipH="1">
              <a:off x="3373482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1" name="Google Shape;121;p18"/>
            <p:cNvCxnSpPr/>
            <p:nvPr/>
          </p:nvCxnSpPr>
          <p:spPr>
            <a:xfrm flipH="1">
              <a:off x="3855488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2" name="Google Shape;122;p18"/>
            <p:cNvCxnSpPr/>
            <p:nvPr/>
          </p:nvCxnSpPr>
          <p:spPr>
            <a:xfrm flipH="1">
              <a:off x="4337475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123" name="Google Shape;123;p18"/>
          <p:cNvSpPr txBox="1"/>
          <p:nvPr>
            <p:ph idx="12" type="sldNum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3" type="title">
  <p:cSld name="TITLE">
    <p:bg>
      <p:bgPr>
        <a:solidFill>
          <a:srgbClr val="493691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9"/>
          <p:cNvSpPr/>
          <p:nvPr/>
        </p:nvSpPr>
        <p:spPr>
          <a:xfrm rot="10800000">
            <a:off x="281924" y="276249"/>
            <a:ext cx="8589001" cy="4599001"/>
          </a:xfrm>
          <a:prstGeom prst="roundRect">
            <a:avLst>
              <a:gd fmla="val 2502" name="adj"/>
            </a:avLst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200038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</a:pPr>
            <a:r>
              <a:t/>
            </a:r>
            <a:endParaRPr b="0" i="0" sz="14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9"/>
          <p:cNvSpPr txBox="1"/>
          <p:nvPr>
            <p:ph idx="1" type="body"/>
          </p:nvPr>
        </p:nvSpPr>
        <p:spPr>
          <a:xfrm>
            <a:off x="821003" y="3923105"/>
            <a:ext cx="5859302" cy="4527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2286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2286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2286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cxnSp>
        <p:nvCxnSpPr>
          <p:cNvPr id="127" name="Google Shape;127;p19"/>
          <p:cNvCxnSpPr/>
          <p:nvPr/>
        </p:nvCxnSpPr>
        <p:spPr>
          <a:xfrm>
            <a:off x="550875" y="792575"/>
            <a:ext cx="8052900" cy="1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8" name="Google Shape;128;p19"/>
          <p:cNvCxnSpPr/>
          <p:nvPr/>
        </p:nvCxnSpPr>
        <p:spPr>
          <a:xfrm>
            <a:off x="550875" y="4521775"/>
            <a:ext cx="8045099" cy="1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9" name="Google Shape;129;p19"/>
          <p:cNvSpPr txBox="1"/>
          <p:nvPr>
            <p:ph type="title"/>
          </p:nvPr>
        </p:nvSpPr>
        <p:spPr>
          <a:xfrm>
            <a:off x="795524" y="2244455"/>
            <a:ext cx="6121801" cy="141060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000"/>
              <a:buFont typeface="Montserrat SemiBold"/>
              <a:buNone/>
              <a:defRPr sz="5000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pic>
        <p:nvPicPr>
          <p:cNvPr descr="Logo-white.pngGoogle Shape;16;p2" id="130" name="Google Shape;130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50874" y="466645"/>
            <a:ext cx="1112102" cy="207876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9"/>
          <p:cNvSpPr txBox="1"/>
          <p:nvPr>
            <p:ph idx="12" type="sldNum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">
  <p:cSld name="CUSTOM_21_1_1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0"/>
          <p:cNvSpPr txBox="1"/>
          <p:nvPr>
            <p:ph type="title"/>
          </p:nvPr>
        </p:nvSpPr>
        <p:spPr>
          <a:xfrm>
            <a:off x="277499" y="416249"/>
            <a:ext cx="8589001" cy="8850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134" name="Google Shape;134;p20"/>
          <p:cNvSpPr txBox="1"/>
          <p:nvPr>
            <p:ph idx="1" type="body"/>
          </p:nvPr>
        </p:nvSpPr>
        <p:spPr>
          <a:xfrm>
            <a:off x="277499" y="278850"/>
            <a:ext cx="3832802" cy="1374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Logo-white.pngGoogle Shape;42;p5" id="135" name="Google Shape;135;p20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7999100" y="227652"/>
            <a:ext cx="867451" cy="207876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20"/>
          <p:cNvSpPr txBox="1"/>
          <p:nvPr>
            <p:ph idx="12" type="sldNum"/>
          </p:nvPr>
        </p:nvSpPr>
        <p:spPr>
          <a:xfrm>
            <a:off x="8739547" y="4757766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_1_1_1">
  <p:cSld name="BLANK_1_1_1_1_1_1">
    <p:bg>
      <p:bgPr>
        <a:solidFill>
          <a:srgbClr val="493691"/>
        </a:solidFill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8" name="Google Shape;138;p21"/>
          <p:cNvCxnSpPr/>
          <p:nvPr/>
        </p:nvCxnSpPr>
        <p:spPr>
          <a:xfrm rot="10800000">
            <a:off x="-18926" y="353578"/>
            <a:ext cx="91566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9" name="Google Shape;139;p21"/>
          <p:cNvCxnSpPr/>
          <p:nvPr/>
        </p:nvCxnSpPr>
        <p:spPr>
          <a:xfrm rot="10800000">
            <a:off x="-18926" y="840642"/>
            <a:ext cx="91566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0" name="Google Shape;140;p21"/>
          <p:cNvCxnSpPr/>
          <p:nvPr/>
        </p:nvCxnSpPr>
        <p:spPr>
          <a:xfrm rot="10800000">
            <a:off x="-18926" y="1327705"/>
            <a:ext cx="91566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1" name="Google Shape;141;p21"/>
          <p:cNvCxnSpPr/>
          <p:nvPr/>
        </p:nvCxnSpPr>
        <p:spPr>
          <a:xfrm rot="10800000">
            <a:off x="-18926" y="1814716"/>
            <a:ext cx="91566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2" name="Google Shape;142;p21"/>
          <p:cNvCxnSpPr/>
          <p:nvPr/>
        </p:nvCxnSpPr>
        <p:spPr>
          <a:xfrm rot="10800000">
            <a:off x="-18926" y="2301780"/>
            <a:ext cx="91566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43" name="Google Shape;143;p21"/>
          <p:cNvGrpSpPr/>
          <p:nvPr/>
        </p:nvGrpSpPr>
        <p:grpSpPr>
          <a:xfrm>
            <a:off x="-3526" y="-102"/>
            <a:ext cx="9156707" cy="5143552"/>
            <a:chOff x="-1" y="0"/>
            <a:chExt cx="9156707" cy="5143550"/>
          </a:xfrm>
        </p:grpSpPr>
        <p:cxnSp>
          <p:nvCxnSpPr>
            <p:cNvPr id="144" name="Google Shape;144;p21"/>
            <p:cNvCxnSpPr/>
            <p:nvPr/>
          </p:nvCxnSpPr>
          <p:spPr>
            <a:xfrm flipH="1">
              <a:off x="481914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5" name="Google Shape;145;p21"/>
            <p:cNvCxnSpPr/>
            <p:nvPr/>
          </p:nvCxnSpPr>
          <p:spPr>
            <a:xfrm flipH="1">
              <a:off x="963829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6" name="Google Shape;146;p21"/>
            <p:cNvCxnSpPr/>
            <p:nvPr/>
          </p:nvCxnSpPr>
          <p:spPr>
            <a:xfrm flipH="1">
              <a:off x="1445744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7" name="Google Shape;147;p21"/>
            <p:cNvCxnSpPr/>
            <p:nvPr/>
          </p:nvCxnSpPr>
          <p:spPr>
            <a:xfrm flipH="1">
              <a:off x="1927658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8" name="Google Shape;148;p21"/>
            <p:cNvCxnSpPr/>
            <p:nvPr/>
          </p:nvCxnSpPr>
          <p:spPr>
            <a:xfrm flipH="1">
              <a:off x="2409574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9" name="Google Shape;149;p21"/>
            <p:cNvCxnSpPr/>
            <p:nvPr/>
          </p:nvCxnSpPr>
          <p:spPr>
            <a:xfrm flipH="1">
              <a:off x="2891488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0" name="Google Shape;150;p21"/>
            <p:cNvCxnSpPr/>
            <p:nvPr/>
          </p:nvCxnSpPr>
          <p:spPr>
            <a:xfrm flipH="1">
              <a:off x="-1" y="0"/>
              <a:ext cx="2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1" name="Google Shape;151;p21"/>
            <p:cNvCxnSpPr/>
            <p:nvPr/>
          </p:nvCxnSpPr>
          <p:spPr>
            <a:xfrm flipH="1">
              <a:off x="3373403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2" name="Google Shape;152;p21"/>
            <p:cNvCxnSpPr/>
            <p:nvPr/>
          </p:nvCxnSpPr>
          <p:spPr>
            <a:xfrm flipH="1">
              <a:off x="3855318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3" name="Google Shape;153;p21"/>
            <p:cNvCxnSpPr/>
            <p:nvPr/>
          </p:nvCxnSpPr>
          <p:spPr>
            <a:xfrm flipH="1">
              <a:off x="4337232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4" name="Google Shape;154;p21"/>
            <p:cNvCxnSpPr/>
            <p:nvPr/>
          </p:nvCxnSpPr>
          <p:spPr>
            <a:xfrm flipH="1">
              <a:off x="4819147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5" name="Google Shape;155;p21"/>
            <p:cNvCxnSpPr/>
            <p:nvPr/>
          </p:nvCxnSpPr>
          <p:spPr>
            <a:xfrm flipH="1">
              <a:off x="5301062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6" name="Google Shape;156;p21"/>
            <p:cNvCxnSpPr/>
            <p:nvPr/>
          </p:nvCxnSpPr>
          <p:spPr>
            <a:xfrm flipH="1">
              <a:off x="5782977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7" name="Google Shape;157;p21"/>
            <p:cNvCxnSpPr/>
            <p:nvPr/>
          </p:nvCxnSpPr>
          <p:spPr>
            <a:xfrm flipH="1">
              <a:off x="6264891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8" name="Google Shape;158;p21"/>
            <p:cNvCxnSpPr/>
            <p:nvPr/>
          </p:nvCxnSpPr>
          <p:spPr>
            <a:xfrm flipH="1">
              <a:off x="6746806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9" name="Google Shape;159;p21"/>
            <p:cNvCxnSpPr/>
            <p:nvPr/>
          </p:nvCxnSpPr>
          <p:spPr>
            <a:xfrm flipH="1">
              <a:off x="7228801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0" name="Google Shape;160;p21"/>
            <p:cNvCxnSpPr/>
            <p:nvPr/>
          </p:nvCxnSpPr>
          <p:spPr>
            <a:xfrm flipH="1">
              <a:off x="7710716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1" name="Google Shape;161;p21"/>
            <p:cNvCxnSpPr/>
            <p:nvPr/>
          </p:nvCxnSpPr>
          <p:spPr>
            <a:xfrm flipH="1">
              <a:off x="8192721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162" name="Google Shape;162;p21"/>
            <p:cNvGrpSpPr/>
            <p:nvPr/>
          </p:nvGrpSpPr>
          <p:grpSpPr>
            <a:xfrm>
              <a:off x="8674707" y="0"/>
              <a:ext cx="481999" cy="5143550"/>
              <a:chOff x="-1" y="0"/>
              <a:chExt cx="481997" cy="5143549"/>
            </a:xfrm>
          </p:grpSpPr>
          <p:cxnSp>
            <p:nvCxnSpPr>
              <p:cNvPr id="163" name="Google Shape;163;p21"/>
              <p:cNvCxnSpPr/>
              <p:nvPr/>
            </p:nvCxnSpPr>
            <p:spPr>
              <a:xfrm flipH="1">
                <a:off x="-1" y="0"/>
                <a:ext cx="2" cy="5143549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64" name="Google Shape;164;p21"/>
              <p:cNvCxnSpPr/>
              <p:nvPr/>
            </p:nvCxnSpPr>
            <p:spPr>
              <a:xfrm flipH="1">
                <a:off x="481995" y="0"/>
                <a:ext cx="1" cy="5143549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</p:grpSp>
      <p:cxnSp>
        <p:nvCxnSpPr>
          <p:cNvPr id="165" name="Google Shape;165;p21"/>
          <p:cNvCxnSpPr/>
          <p:nvPr/>
        </p:nvCxnSpPr>
        <p:spPr>
          <a:xfrm rot="10800000">
            <a:off x="-18926" y="2788840"/>
            <a:ext cx="91566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6" name="Google Shape;166;p21"/>
          <p:cNvCxnSpPr/>
          <p:nvPr/>
        </p:nvCxnSpPr>
        <p:spPr>
          <a:xfrm rot="10800000">
            <a:off x="-18926" y="3275905"/>
            <a:ext cx="91566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7" name="Google Shape;167;p21"/>
          <p:cNvCxnSpPr/>
          <p:nvPr/>
        </p:nvCxnSpPr>
        <p:spPr>
          <a:xfrm rot="10800000">
            <a:off x="-18926" y="3762914"/>
            <a:ext cx="91566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8" name="Google Shape;168;p21"/>
          <p:cNvCxnSpPr/>
          <p:nvPr/>
        </p:nvCxnSpPr>
        <p:spPr>
          <a:xfrm rot="10800000">
            <a:off x="-18926" y="4249978"/>
            <a:ext cx="91566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9" name="Google Shape;169;p21"/>
          <p:cNvCxnSpPr/>
          <p:nvPr/>
        </p:nvCxnSpPr>
        <p:spPr>
          <a:xfrm rot="10800000">
            <a:off x="-18926" y="4736963"/>
            <a:ext cx="91566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0" name="Google Shape;170;p21"/>
          <p:cNvSpPr txBox="1"/>
          <p:nvPr>
            <p:ph type="title"/>
          </p:nvPr>
        </p:nvSpPr>
        <p:spPr>
          <a:xfrm>
            <a:off x="1437725" y="1326450"/>
            <a:ext cx="6258901" cy="1948201"/>
          </a:xfrm>
          <a:prstGeom prst="rect">
            <a:avLst/>
          </a:prstGeom>
          <a:solidFill>
            <a:srgbClr val="493691"/>
          </a:solidFill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00" lIns="91400" spcFirstLastPara="1" rIns="91400" wrap="square" tIns="914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500"/>
              <a:buFont typeface="Montserrat SemiBold"/>
              <a:buNone/>
              <a:defRPr sz="3500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171" name="Google Shape;171;p21"/>
          <p:cNvSpPr txBox="1"/>
          <p:nvPr>
            <p:ph idx="12" type="sldNum"/>
          </p:nvPr>
        </p:nvSpPr>
        <p:spPr>
          <a:xfrm>
            <a:off x="8739547" y="4757766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_1_1_1_1_1_1_1_1">
  <p:cSld name="BLANK_1_1_1_1_1_1_1_1_1_1_1"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2"/>
          <p:cNvSpPr txBox="1"/>
          <p:nvPr>
            <p:ph idx="1" type="body"/>
          </p:nvPr>
        </p:nvSpPr>
        <p:spPr>
          <a:xfrm>
            <a:off x="4539824" y="1730491"/>
            <a:ext cx="4325701" cy="45270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Montserrat"/>
              <a:buNone/>
              <a:defRPr sz="2000">
                <a:solidFill>
                  <a:schemeClr val="accen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Montserrat"/>
              <a:buNone/>
              <a:defRPr sz="2000">
                <a:solidFill>
                  <a:schemeClr val="accen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Montserrat"/>
              <a:buNone/>
              <a:defRPr sz="2000">
                <a:solidFill>
                  <a:schemeClr val="accent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Montserrat"/>
              <a:buNone/>
              <a:defRPr sz="2000">
                <a:solidFill>
                  <a:schemeClr val="accent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Montserrat"/>
              <a:buNone/>
              <a:defRPr sz="2000">
                <a:solidFill>
                  <a:schemeClr val="accent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74" name="Google Shape;174;p22"/>
          <p:cNvSpPr txBox="1"/>
          <p:nvPr>
            <p:ph type="title"/>
          </p:nvPr>
        </p:nvSpPr>
        <p:spPr>
          <a:xfrm>
            <a:off x="277499" y="1059675"/>
            <a:ext cx="4294501" cy="28035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000"/>
              <a:buFont typeface="Montserrat SemiBold"/>
              <a:buNone/>
              <a:defRPr sz="5000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pic>
        <p:nvPicPr>
          <p:cNvPr descr="Logo-white.pngGoogle Shape;115;p9" id="175" name="Google Shape;175;p22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7999100" y="227652"/>
            <a:ext cx="867451" cy="207876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2"/>
          <p:cNvSpPr txBox="1"/>
          <p:nvPr>
            <p:ph idx="12" type="sldNum"/>
          </p:nvPr>
        </p:nvSpPr>
        <p:spPr>
          <a:xfrm>
            <a:off x="8739547" y="4757766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12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17.xml"/><Relationship Id="rId14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19.xml"/><Relationship Id="rId16" Type="http://schemas.openxmlformats.org/officeDocument/2006/relationships/slideLayout" Target="../slideLayouts/slideLayout20.xml"/><Relationship Id="rId17" Type="http://schemas.openxmlformats.org/officeDocument/2006/relationships/slideLayout" Target="../slideLayouts/slideLayout21.xml"/><Relationship Id="rId18" Type="http://schemas.openxmlformats.org/officeDocument/2006/relationships/slideLayout" Target="../slideLayouts/slideLayout22.xml"/><Relationship Id="rId19" Type="http://schemas.openxmlformats.org/officeDocument/2006/relationships/slideLayout" Target="../slideLayouts/slideLayout23.xml"/><Relationship Id="rId2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5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545225" y="277499"/>
            <a:ext cx="8053500" cy="5970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Montserrat SemiBold"/>
              <a:buNone/>
              <a:defRPr b="0" i="0" sz="3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Montserrat SemiBold"/>
              <a:buNone/>
              <a:defRPr b="0" i="0" sz="3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Montserrat SemiBold"/>
              <a:buNone/>
              <a:defRPr b="0" i="0" sz="3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Montserrat SemiBold"/>
              <a:buNone/>
              <a:defRPr b="0" i="0" sz="3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Montserrat SemiBold"/>
              <a:buNone/>
              <a:defRPr b="0" i="0" sz="3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Montserrat SemiBold"/>
              <a:buNone/>
              <a:defRPr b="0" i="0" sz="3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Montserrat SemiBold"/>
              <a:buNone/>
              <a:defRPr b="0" i="0" sz="3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Montserrat SemiBold"/>
              <a:buNone/>
              <a:defRPr b="0" i="0" sz="3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Montserrat SemiBold"/>
              <a:buNone/>
              <a:defRPr b="0" i="0" sz="3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457200" y="1200150"/>
            <a:ext cx="8229600" cy="394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Helvetica Neue"/>
              <a:buChar char="●"/>
              <a:defRPr b="0" i="0" sz="1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Helvetica Neue"/>
              <a:buChar char="○"/>
              <a:defRPr b="0" i="0" sz="1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Helvetica Neue"/>
              <a:buChar char="■"/>
              <a:defRPr b="0" i="0" sz="1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Helvetica Neue"/>
              <a:buChar char="●"/>
              <a:defRPr b="0" i="0" sz="1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Helvetica Neue"/>
              <a:buChar char="○"/>
              <a:defRPr b="0" i="0" sz="1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Helvetica Neue"/>
              <a:buChar char="■"/>
              <a:defRPr b="0" i="0" sz="1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Helvetica Neue"/>
              <a:buChar char="●"/>
              <a:defRPr b="0" i="0" sz="1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Helvetica Neue"/>
              <a:buChar char="○"/>
              <a:defRPr b="0" i="0" sz="1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Helvetica Neue"/>
              <a:buChar char="■"/>
              <a:defRPr b="0" i="0" sz="1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13" Type="http://schemas.openxmlformats.org/officeDocument/2006/relationships/image" Target="../media/image4.png"/><Relationship Id="rId14" Type="http://schemas.openxmlformats.org/officeDocument/2006/relationships/image" Target="../media/image5.png"/><Relationship Id="rId15" Type="http://schemas.openxmlformats.org/officeDocument/2006/relationships/image" Target="../media/image6.png"/><Relationship Id="rId16" Type="http://schemas.openxmlformats.org/officeDocument/2006/relationships/image" Target="../media/image7.png"/><Relationship Id="rId17" Type="http://schemas.openxmlformats.org/officeDocument/2006/relationships/image" Target="../media/image8.png"/><Relationship Id="rId18" Type="http://schemas.openxmlformats.org/officeDocument/2006/relationships/image" Target="../media/image1.jpg"/><Relationship Id="rId19" Type="http://schemas.openxmlformats.org/officeDocument/2006/relationships/image" Target="../media/image2.jpg"/><Relationship Id="rId20" Type="http://schemas.openxmlformats.org/officeDocument/2006/relationships/image" Target="../media/image3.jpg"/><Relationship Id="rId21" Type="http://schemas.openxmlformats.org/officeDocument/2006/relationships/image" Target="../media/image9.png"/><Relationship Id="rId2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8" name="Google Shape;418;p56"/>
          <p:cNvGrpSpPr/>
          <p:nvPr/>
        </p:nvGrpSpPr>
        <p:grpSpPr>
          <a:xfrm>
            <a:off x="-15394" y="-7606"/>
            <a:ext cx="5286289" cy="5158712"/>
            <a:chOff x="0" y="0"/>
            <a:chExt cx="5286287" cy="5158710"/>
          </a:xfrm>
        </p:grpSpPr>
        <p:sp>
          <p:nvSpPr>
            <p:cNvPr id="419" name="Google Shape;419;p56"/>
            <p:cNvSpPr/>
            <p:nvPr/>
          </p:nvSpPr>
          <p:spPr>
            <a:xfrm>
              <a:off x="0" y="0"/>
              <a:ext cx="5286287" cy="5158710"/>
            </a:xfrm>
            <a:prstGeom prst="rect">
              <a:avLst/>
            </a:prstGeom>
            <a:solidFill>
              <a:srgbClr val="493691"/>
            </a:solidFill>
            <a:ln cap="flat" cmpd="sng" w="9525">
              <a:solidFill>
                <a:srgbClr val="E0DA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AF9FE"/>
                </a:buClr>
                <a:buSzPts val="1400"/>
                <a:buFont typeface="Montserrat"/>
                <a:buNone/>
              </a:pPr>
              <a:r>
                <a:t/>
              </a:r>
              <a:endParaRPr b="0" i="0" sz="1400" u="none" cap="none" strike="noStrike">
                <a:solidFill>
                  <a:srgbClr val="FAF9FE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0" name="Google Shape;420;p56"/>
            <p:cNvSpPr txBox="1"/>
            <p:nvPr/>
          </p:nvSpPr>
          <p:spPr>
            <a:xfrm>
              <a:off x="4776" y="2379390"/>
              <a:ext cx="5276734" cy="39993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00" lIns="91400" spcFirstLastPara="1" rIns="91400" wrap="square" tIns="914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AF9FE"/>
                </a:buClr>
                <a:buSzPts val="1400"/>
                <a:buFont typeface="Montserrat"/>
                <a:buNone/>
              </a:pPr>
              <a:r>
                <a:rPr b="0" i="0" lang="en" sz="1400" u="none" cap="none" strike="noStrike">
                  <a:solidFill>
                    <a:srgbClr val="FAF9FE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/>
            </a:p>
          </p:txBody>
        </p:sp>
      </p:grpSp>
      <p:sp>
        <p:nvSpPr>
          <p:cNvPr id="421" name="Google Shape;421;p56"/>
          <p:cNvSpPr txBox="1"/>
          <p:nvPr>
            <p:ph type="title"/>
          </p:nvPr>
        </p:nvSpPr>
        <p:spPr>
          <a:xfrm>
            <a:off x="277500" y="148734"/>
            <a:ext cx="4814100" cy="8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9FE"/>
              </a:buClr>
              <a:buSzPts val="2800"/>
              <a:buFont typeface="Montserrat SemiBold"/>
              <a:buNone/>
            </a:pPr>
            <a:r>
              <a:rPr lang="en" sz="2800">
                <a:solidFill>
                  <a:srgbClr val="FAF9FE"/>
                </a:solidFill>
              </a:rPr>
              <a:t>5 factors make us unique</a:t>
            </a:r>
            <a:endParaRPr/>
          </a:p>
        </p:txBody>
      </p:sp>
      <p:sp>
        <p:nvSpPr>
          <p:cNvPr id="422" name="Google Shape;422;p56"/>
          <p:cNvSpPr txBox="1"/>
          <p:nvPr>
            <p:ph idx="1" type="body"/>
          </p:nvPr>
        </p:nvSpPr>
        <p:spPr>
          <a:xfrm>
            <a:off x="886549" y="1026922"/>
            <a:ext cx="3311702" cy="3000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 sz="1200">
                <a:solidFill>
                  <a:srgbClr val="FAF9FE"/>
                </a:solidFill>
              </a:rPr>
              <a:t>NVIDIA-Powered On-device training</a:t>
            </a:r>
            <a:endParaRPr/>
          </a:p>
        </p:txBody>
      </p:sp>
      <p:sp>
        <p:nvSpPr>
          <p:cNvPr id="423" name="Google Shape;423;p56"/>
          <p:cNvSpPr txBox="1"/>
          <p:nvPr>
            <p:ph idx="3" type="body"/>
          </p:nvPr>
        </p:nvSpPr>
        <p:spPr>
          <a:xfrm>
            <a:off x="798649" y="1174319"/>
            <a:ext cx="4152901" cy="5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110575" lIns="110575" spcFirstLastPara="1" rIns="110575" wrap="square" tIns="11057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9FE"/>
              </a:buClr>
              <a:buSzPts val="900"/>
              <a:buFont typeface="Montserrat"/>
              <a:buNone/>
            </a:pPr>
            <a:r>
              <a:rPr i="1" lang="en" sz="900"/>
              <a:t>Run </a:t>
            </a:r>
            <a:r>
              <a:rPr b="1" lang="en"/>
              <a:t>large AI models and retrain on the camera in minutes</a:t>
            </a:r>
            <a:r>
              <a:rPr i="1" lang="en" sz="900"/>
              <a:t>, to get unmatched accuracy and performance on subtle defects</a:t>
            </a:r>
            <a:endParaRPr/>
          </a:p>
        </p:txBody>
      </p:sp>
      <p:sp>
        <p:nvSpPr>
          <p:cNvPr id="424" name="Google Shape;424;p56"/>
          <p:cNvSpPr txBox="1"/>
          <p:nvPr/>
        </p:nvSpPr>
        <p:spPr>
          <a:xfrm>
            <a:off x="890074" y="1845903"/>
            <a:ext cx="3649952" cy="3000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9FE"/>
              </a:buClr>
              <a:buSzPts val="1200"/>
              <a:buFont typeface="Montserrat SemiBold"/>
              <a:buNone/>
            </a:pPr>
            <a:r>
              <a:rPr b="0" i="0" lang="en" sz="1200" u="none" cap="none" strike="noStrike">
                <a:solidFill>
                  <a:srgbClr val="FAF9F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Data-first with massive onboard storage</a:t>
            </a:r>
            <a:endParaRPr/>
          </a:p>
        </p:txBody>
      </p:sp>
      <p:sp>
        <p:nvSpPr>
          <p:cNvPr id="425" name="Google Shape;425;p56"/>
          <p:cNvSpPr txBox="1"/>
          <p:nvPr>
            <p:ph idx="4" type="body"/>
          </p:nvPr>
        </p:nvSpPr>
        <p:spPr>
          <a:xfrm>
            <a:off x="798649" y="1994212"/>
            <a:ext cx="4072501" cy="5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110575" lIns="110575" spcFirstLastPara="1" rIns="110575" wrap="square" tIns="11057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9FE"/>
              </a:buClr>
              <a:buSzPts val="900"/>
              <a:buFont typeface="Montserrat"/>
              <a:buNone/>
            </a:pPr>
            <a:r>
              <a:rPr i="1" lang="en" sz="900"/>
              <a:t>Labeling and training using JPEG for faster results and </a:t>
            </a:r>
            <a:r>
              <a:rPr b="1" lang="en"/>
              <a:t>storage for weeks worth of production data</a:t>
            </a:r>
            <a:r>
              <a:rPr i="1" lang="en" sz="900"/>
              <a:t> (100k+ images)</a:t>
            </a:r>
            <a:endParaRPr/>
          </a:p>
        </p:txBody>
      </p:sp>
      <p:sp>
        <p:nvSpPr>
          <p:cNvPr id="426" name="Google Shape;426;p56"/>
          <p:cNvSpPr txBox="1"/>
          <p:nvPr>
            <p:ph idx="5" type="body"/>
          </p:nvPr>
        </p:nvSpPr>
        <p:spPr>
          <a:xfrm>
            <a:off x="798649" y="2814104"/>
            <a:ext cx="4072501" cy="5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110575" lIns="110575" spcFirstLastPara="1" rIns="110575" wrap="square" tIns="11057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9FE"/>
              </a:buClr>
              <a:buSzPts val="900"/>
              <a:buFont typeface="Montserrat"/>
              <a:buNone/>
            </a:pPr>
            <a:r>
              <a:rPr i="1" lang="en" sz="900"/>
              <a:t>Access every camera instantly through a </a:t>
            </a:r>
            <a:r>
              <a:rPr b="1" lang="en"/>
              <a:t>simple browser – no installs, no license keys, and no dedicated PC</a:t>
            </a:r>
            <a:r>
              <a:rPr i="1" lang="en" sz="900"/>
              <a:t> required</a:t>
            </a:r>
            <a:endParaRPr/>
          </a:p>
        </p:txBody>
      </p:sp>
      <p:sp>
        <p:nvSpPr>
          <p:cNvPr id="427" name="Google Shape;427;p56"/>
          <p:cNvSpPr txBox="1"/>
          <p:nvPr/>
        </p:nvSpPr>
        <p:spPr>
          <a:xfrm>
            <a:off x="890075" y="2664885"/>
            <a:ext cx="3304650" cy="3000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9FE"/>
              </a:buClr>
              <a:buSzPts val="1200"/>
              <a:buFont typeface="Montserrat SemiBold"/>
              <a:buNone/>
            </a:pPr>
            <a:r>
              <a:rPr b="0" i="0" lang="en" sz="1200" u="none" cap="none" strike="noStrike">
                <a:solidFill>
                  <a:srgbClr val="FAF9F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Modern, browser-native tech stack</a:t>
            </a:r>
            <a:endParaRPr/>
          </a:p>
        </p:txBody>
      </p:sp>
      <p:sp>
        <p:nvSpPr>
          <p:cNvPr id="428" name="Google Shape;428;p56"/>
          <p:cNvSpPr txBox="1"/>
          <p:nvPr/>
        </p:nvSpPr>
        <p:spPr>
          <a:xfrm>
            <a:off x="890075" y="4302847"/>
            <a:ext cx="4211850" cy="3000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9FE"/>
              </a:buClr>
              <a:buSzPts val="1200"/>
              <a:buFont typeface="Montserrat SemiBold"/>
              <a:buNone/>
            </a:pPr>
            <a:r>
              <a:rPr b="0" i="0" lang="en" sz="1200" u="none" cap="none" strike="noStrike">
                <a:solidFill>
                  <a:srgbClr val="FAF9F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Fully open automation platform (Node-Red + APIs)</a:t>
            </a:r>
            <a:endParaRPr/>
          </a:p>
        </p:txBody>
      </p:sp>
      <p:sp>
        <p:nvSpPr>
          <p:cNvPr id="429" name="Google Shape;429;p56"/>
          <p:cNvSpPr txBox="1"/>
          <p:nvPr/>
        </p:nvSpPr>
        <p:spPr>
          <a:xfrm>
            <a:off x="798650" y="4453890"/>
            <a:ext cx="4205700" cy="5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110575" lIns="110575" spcFirstLastPara="1" rIns="110575" wrap="square" tIns="110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9FE"/>
              </a:buClr>
              <a:buSzPts val="900"/>
              <a:buFont typeface="Montserrat"/>
              <a:buNone/>
            </a:pPr>
            <a:r>
              <a:rPr b="0" i="1" lang="en" sz="900" u="none" cap="none" strike="noStrike">
                <a:solidFill>
                  <a:srgbClr val="FAF9FE"/>
                </a:solidFill>
                <a:latin typeface="Montserrat"/>
                <a:ea typeface="Montserrat"/>
                <a:cs typeface="Montserrat"/>
                <a:sym typeface="Montserrat"/>
              </a:rPr>
              <a:t>Trigger, control, create dashboards, and </a:t>
            </a:r>
            <a:r>
              <a:rPr b="1" i="1" lang="en" sz="900" u="none" cap="none" strike="noStrike">
                <a:solidFill>
                  <a:srgbClr val="FAF9FE"/>
                </a:solidFill>
                <a:latin typeface="Montserrat"/>
                <a:ea typeface="Montserrat"/>
                <a:cs typeface="Montserrat"/>
                <a:sym typeface="Montserrat"/>
              </a:rPr>
              <a:t>customize everything with APIs &amp; Node-RED</a:t>
            </a:r>
            <a:r>
              <a:rPr b="0" i="1" lang="en" sz="900" u="none" cap="none" strike="noStrike">
                <a:solidFill>
                  <a:srgbClr val="FAF9FE"/>
                </a:solidFill>
                <a:latin typeface="Montserrat"/>
                <a:ea typeface="Montserrat"/>
                <a:cs typeface="Montserrat"/>
                <a:sym typeface="Montserrat"/>
              </a:rPr>
              <a:t>, enabling PLC-level logic directly on the camera</a:t>
            </a:r>
            <a:endParaRPr/>
          </a:p>
        </p:txBody>
      </p:sp>
      <p:pic>
        <p:nvPicPr>
          <p:cNvPr descr="Google Shape;409;p26" id="430" name="Google Shape;430;p56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183350" y="3477910"/>
            <a:ext cx="461575" cy="4615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oogle Shape;410;p26" id="431" name="Google Shape;431;p56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183350" y="1026922"/>
            <a:ext cx="461575" cy="4615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oogle Shape;411;p26" id="432" name="Google Shape;432;p5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183350" y="4294895"/>
            <a:ext cx="461575" cy="4615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shot 2025-10-30 at 5.24.02 PM.pngGoogle Shape;412;p26" id="433" name="Google Shape;433;p56"/>
          <p:cNvPicPr preferRelativeResize="0"/>
          <p:nvPr/>
        </p:nvPicPr>
        <p:blipFill rotWithShape="1">
          <a:blip r:embed="rId16">
            <a:alphaModFix/>
          </a:blip>
          <a:srcRect b="15694" l="11868" r="14052" t="13191"/>
          <a:stretch/>
        </p:blipFill>
        <p:spPr>
          <a:xfrm>
            <a:off x="5415350" y="176925"/>
            <a:ext cx="2459823" cy="1528876"/>
          </a:xfrm>
          <a:prstGeom prst="rect">
            <a:avLst/>
          </a:prstGeom>
          <a:noFill/>
          <a:ln cap="flat" cmpd="sng" w="9525">
            <a:solidFill>
              <a:srgbClr val="190E42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dir="2700000" dist="38100">
              <a:srgbClr val="000000">
                <a:alpha val="50196"/>
              </a:srgbClr>
            </a:outerShdw>
          </a:effectLst>
        </p:spPr>
      </p:pic>
      <p:pic>
        <p:nvPicPr>
          <p:cNvPr descr="Screenshot 2025-11-07 at 11.39.23 AM.pngGoogle Shape;413;p26" id="434" name="Google Shape;434;p56"/>
          <p:cNvPicPr preferRelativeResize="0"/>
          <p:nvPr/>
        </p:nvPicPr>
        <p:blipFill rotWithShape="1">
          <a:blip r:embed="rId17">
            <a:alphaModFix/>
          </a:blip>
          <a:srcRect b="0" l="13808" r="0" t="0"/>
          <a:stretch/>
        </p:blipFill>
        <p:spPr>
          <a:xfrm>
            <a:off x="5697987" y="896213"/>
            <a:ext cx="2459823" cy="1567700"/>
          </a:xfrm>
          <a:prstGeom prst="rect">
            <a:avLst/>
          </a:prstGeom>
          <a:noFill/>
          <a:ln cap="flat" cmpd="sng" w="9525">
            <a:solidFill>
              <a:srgbClr val="190E42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dir="2700000" dist="38100">
              <a:srgbClr val="000000">
                <a:alpha val="50196"/>
              </a:srgbClr>
            </a:outerShdw>
          </a:effectLst>
        </p:spPr>
      </p:pic>
      <p:pic>
        <p:nvPicPr>
          <p:cNvPr descr="Screenshot 2025-11-07 at 11.40.44 AM.pngGoogle Shape;414;p26" id="435" name="Google Shape;435;p56"/>
          <p:cNvPicPr preferRelativeResize="0"/>
          <p:nvPr/>
        </p:nvPicPr>
        <p:blipFill rotWithShape="1">
          <a:blip r:embed="rId18">
            <a:alphaModFix/>
          </a:blip>
          <a:srcRect b="0" l="13808" r="0" t="0"/>
          <a:stretch/>
        </p:blipFill>
        <p:spPr>
          <a:xfrm>
            <a:off x="5980624" y="1654328"/>
            <a:ext cx="2459823" cy="1611264"/>
          </a:xfrm>
          <a:prstGeom prst="rect">
            <a:avLst/>
          </a:prstGeom>
          <a:noFill/>
          <a:ln cap="flat" cmpd="sng" w="9525">
            <a:solidFill>
              <a:srgbClr val="190E42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dir="2700000" dist="38100">
              <a:srgbClr val="000000">
                <a:alpha val="50196"/>
              </a:srgbClr>
            </a:outerShdw>
          </a:effectLst>
        </p:spPr>
      </p:pic>
      <p:pic>
        <p:nvPicPr>
          <p:cNvPr descr="Screenshot 2025-11-07 at 11.41.58 AM.pngGoogle Shape;415;p26" id="436" name="Google Shape;436;p56"/>
          <p:cNvPicPr preferRelativeResize="0"/>
          <p:nvPr/>
        </p:nvPicPr>
        <p:blipFill rotWithShape="1">
          <a:blip r:embed="rId19">
            <a:alphaModFix/>
          </a:blip>
          <a:srcRect b="0" l="13808" r="0" t="0"/>
          <a:stretch/>
        </p:blipFill>
        <p:spPr>
          <a:xfrm>
            <a:off x="6263261" y="2456004"/>
            <a:ext cx="2459823" cy="1670643"/>
          </a:xfrm>
          <a:prstGeom prst="rect">
            <a:avLst/>
          </a:prstGeom>
          <a:noFill/>
          <a:ln cap="flat" cmpd="sng" w="9525">
            <a:solidFill>
              <a:srgbClr val="190E42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dir="2700000" dist="38100">
              <a:srgbClr val="000000">
                <a:alpha val="50196"/>
              </a:srgbClr>
            </a:outerShdw>
          </a:effectLst>
        </p:spPr>
      </p:pic>
      <p:pic>
        <p:nvPicPr>
          <p:cNvPr descr="nodered.pngGoogle Shape;416;p26" id="437" name="Google Shape;437;p56"/>
          <p:cNvPicPr preferRelativeResize="0"/>
          <p:nvPr/>
        </p:nvPicPr>
        <p:blipFill rotWithShape="1">
          <a:blip r:embed="rId20">
            <a:alphaModFix/>
          </a:blip>
          <a:srcRect b="0" l="13808" r="0" t="0"/>
          <a:stretch/>
        </p:blipFill>
        <p:spPr>
          <a:xfrm>
            <a:off x="6545899" y="3317061"/>
            <a:ext cx="2459817" cy="1611264"/>
          </a:xfrm>
          <a:prstGeom prst="rect">
            <a:avLst/>
          </a:prstGeom>
          <a:noFill/>
          <a:ln cap="flat" cmpd="sng" w="9525">
            <a:solidFill>
              <a:srgbClr val="190E42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dir="2700000" dist="38100">
              <a:srgbClr val="000000">
                <a:alpha val="50196"/>
              </a:srgbClr>
            </a:outerShdw>
          </a:effectLst>
        </p:spPr>
      </p:pic>
      <p:sp>
        <p:nvSpPr>
          <p:cNvPr id="438" name="Google Shape;438;p56"/>
          <p:cNvSpPr txBox="1"/>
          <p:nvPr/>
        </p:nvSpPr>
        <p:spPr>
          <a:xfrm>
            <a:off x="890075" y="3483866"/>
            <a:ext cx="4211850" cy="3000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9FE"/>
              </a:buClr>
              <a:buSzPts val="1200"/>
              <a:buFont typeface="Montserrat SemiBold"/>
              <a:buNone/>
            </a:pPr>
            <a:r>
              <a:rPr b="0" i="0" lang="en" sz="1200" u="none" cap="none" strike="noStrike">
                <a:solidFill>
                  <a:srgbClr val="FAF9F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Root-cause, discovery defects, &amp; continually improve</a:t>
            </a:r>
            <a:endParaRPr/>
          </a:p>
        </p:txBody>
      </p:sp>
      <p:sp>
        <p:nvSpPr>
          <p:cNvPr id="439" name="Google Shape;439;p56"/>
          <p:cNvSpPr txBox="1"/>
          <p:nvPr>
            <p:ph idx="6" type="body"/>
          </p:nvPr>
        </p:nvSpPr>
        <p:spPr>
          <a:xfrm>
            <a:off x="798649" y="3633997"/>
            <a:ext cx="4072501" cy="5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110575" lIns="110575" spcFirstLastPara="1" rIns="110575" wrap="square" tIns="11057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9FE"/>
              </a:buClr>
              <a:buSzPts val="900"/>
              <a:buFont typeface="Montserrat"/>
              <a:buNone/>
            </a:pPr>
            <a:r>
              <a:rPr i="1" lang="en" sz="900"/>
              <a:t>Use our proprietary haystack tool to easily surface outliers &amp; new defect modes, and retrain models using real production data</a:t>
            </a:r>
            <a:endParaRPr/>
          </a:p>
        </p:txBody>
      </p:sp>
      <p:pic>
        <p:nvPicPr>
          <p:cNvPr descr="Google Shape;419;p26" id="440" name="Google Shape;440;p5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183350" y="1843908"/>
            <a:ext cx="461589" cy="4615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oogle Shape;420;p26" id="441" name="Google Shape;441;p5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183350" y="2660909"/>
            <a:ext cx="461589" cy="46158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xmlns:r="http://schemas.openxmlformats.org/officeDocument/2006/relationships" name="Overview Deck">
  <a:themeElements>
    <a:clrScheme name="Overview Deck">
      <a:dk1>
        <a:srgbClr val="493691"/>
      </a:dk1>
      <a:lt1>
        <a:srgbClr val="FAF9FE"/>
      </a:lt1>
      <a:dk2>
        <a:srgbClr val="A7A7A7"/>
      </a:dk2>
      <a:lt2>
        <a:srgbClr val="535353"/>
      </a:lt2>
      <a:accent1>
        <a:srgbClr val="AF9EF3"/>
      </a:accent1>
      <a:accent2>
        <a:srgbClr val="FAF9FE"/>
      </a:accent2>
      <a:accent3>
        <a:srgbClr val="532EE3"/>
      </a:accent3>
      <a:accent4>
        <a:srgbClr val="4B465E"/>
      </a:accent4>
      <a:accent5>
        <a:srgbClr val="2E1A7F"/>
      </a:accent5>
      <a:accent6>
        <a:srgbClr val="56C194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