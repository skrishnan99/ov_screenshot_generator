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557234" y="3550890"/>
            <a:ext cx="1783155" cy="52118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557067" y="4250340"/>
            <a:ext cx="1783155" cy="1569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3" type="body"/>
          </p:nvPr>
        </p:nvSpPr>
        <p:spPr>
          <a:xfrm>
            <a:off x="2889694" y="4250340"/>
            <a:ext cx="1783155" cy="15691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4" type="body"/>
          </p:nvPr>
        </p:nvSpPr>
        <p:spPr>
          <a:xfrm>
            <a:off x="5204270" y="4250340"/>
            <a:ext cx="1783155" cy="15691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7531310" y="4250340"/>
            <a:ext cx="1783157" cy="15691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9846808" y="4250340"/>
            <a:ext cx="1783155" cy="1569162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69989" y="554985"/>
            <a:ext cx="11451715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2.pngGoogle Shape;37;p4" id="96" name="Google Shape;96;p1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>
            <a:off x="6108981" y="0"/>
            <a:ext cx="6082649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69989" y="371791"/>
            <a:ext cx="5110275" cy="1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067"/>
              <a:buFont typeface="Montserrat"/>
              <a:buNone/>
              <a:defRPr b="1" sz="1067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58" name="Google Shape;58;p14"/>
          <p:cNvCxnSpPr/>
          <p:nvPr/>
        </p:nvCxnSpPr>
        <p:spPr>
          <a:xfrm rot="10800000">
            <a:off x="6113894" y="1770222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 rot="10800000">
            <a:off x="6113894" y="2419557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 rot="10800000">
            <a:off x="6113894" y="3068961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4"/>
          <p:cNvCxnSpPr/>
          <p:nvPr/>
        </p:nvCxnSpPr>
        <p:spPr>
          <a:xfrm rot="10800000">
            <a:off x="6113894" y="3718360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4"/>
          <p:cNvCxnSpPr/>
          <p:nvPr/>
        </p:nvCxnSpPr>
        <p:spPr>
          <a:xfrm rot="10800000">
            <a:off x="6113894" y="4367765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 rot="10800000">
            <a:off x="6113894" y="5017097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 rot="10800000">
            <a:off x="6113894" y="5666502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 rot="10800000">
            <a:off x="6113894" y="6315802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4"/>
          <p:cNvCxnSpPr/>
          <p:nvPr/>
        </p:nvCxnSpPr>
        <p:spPr>
          <a:xfrm rot="10800000">
            <a:off x="6113894" y="471415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4"/>
          <p:cNvCxnSpPr/>
          <p:nvPr/>
        </p:nvCxnSpPr>
        <p:spPr>
          <a:xfrm rot="10800000">
            <a:off x="6113894" y="1120819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" name="Google Shape;68;p14"/>
          <p:cNvGrpSpPr/>
          <p:nvPr/>
        </p:nvGrpSpPr>
        <p:grpSpPr>
          <a:xfrm>
            <a:off x="6115350" y="-136"/>
            <a:ext cx="5783159" cy="6857896"/>
            <a:chOff x="-1" y="0"/>
            <a:chExt cx="5783158" cy="6857894"/>
          </a:xfrm>
        </p:grpSpPr>
        <p:cxnSp>
          <p:nvCxnSpPr>
            <p:cNvPr id="69" name="Google Shape;69;p14"/>
            <p:cNvCxnSpPr/>
            <p:nvPr/>
          </p:nvCxnSpPr>
          <p:spPr>
            <a:xfrm flipH="1">
              <a:off x="-1" y="0"/>
              <a:ext cx="3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" name="Google Shape;70;p14"/>
            <p:cNvCxnSpPr/>
            <p:nvPr/>
          </p:nvCxnSpPr>
          <p:spPr>
            <a:xfrm flipH="1">
              <a:off x="64253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" name="Google Shape;71;p14"/>
            <p:cNvCxnSpPr/>
            <p:nvPr/>
          </p:nvCxnSpPr>
          <p:spPr>
            <a:xfrm flipH="1">
              <a:off x="1285073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14"/>
            <p:cNvCxnSpPr/>
            <p:nvPr/>
          </p:nvCxnSpPr>
          <p:spPr>
            <a:xfrm flipH="1">
              <a:off x="1927610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" name="Google Shape;73;p14"/>
            <p:cNvCxnSpPr/>
            <p:nvPr/>
          </p:nvCxnSpPr>
          <p:spPr>
            <a:xfrm flipH="1">
              <a:off x="257014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" name="Google Shape;74;p14"/>
            <p:cNvCxnSpPr/>
            <p:nvPr/>
          </p:nvCxnSpPr>
          <p:spPr>
            <a:xfrm flipH="1">
              <a:off x="3212684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" name="Google Shape;75;p14"/>
            <p:cNvCxnSpPr/>
            <p:nvPr/>
          </p:nvCxnSpPr>
          <p:spPr>
            <a:xfrm flipH="1">
              <a:off x="3855328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" name="Google Shape;76;p14"/>
            <p:cNvCxnSpPr/>
            <p:nvPr/>
          </p:nvCxnSpPr>
          <p:spPr>
            <a:xfrm flipH="1">
              <a:off x="4497863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" name="Google Shape;77;p14"/>
            <p:cNvCxnSpPr/>
            <p:nvPr/>
          </p:nvCxnSpPr>
          <p:spPr>
            <a:xfrm flipH="1">
              <a:off x="5140522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" name="Google Shape;78;p14"/>
            <p:cNvCxnSpPr/>
            <p:nvPr/>
          </p:nvCxnSpPr>
          <p:spPr>
            <a:xfrm flipH="1">
              <a:off x="5783155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5892653" y="6169928"/>
            <a:ext cx="2844729" cy="37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369989" y="979441"/>
            <a:ext cx="1845155" cy="2213546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3"/>
          <p:cNvSpPr/>
          <p:nvPr>
            <p:ph idx="3" type="pic"/>
          </p:nvPr>
        </p:nvSpPr>
        <p:spPr>
          <a:xfrm>
            <a:off x="369989" y="3361481"/>
            <a:ext cx="1845155" cy="250554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3"/>
          <p:cNvSpPr/>
          <p:nvPr>
            <p:ph idx="4" type="pic"/>
          </p:nvPr>
        </p:nvSpPr>
        <p:spPr>
          <a:xfrm>
            <a:off x="2490115" y="1134505"/>
            <a:ext cx="3452315" cy="4577485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3"/>
          <p:cNvSpPr txBox="1"/>
          <p:nvPr>
            <p:ph type="title"/>
          </p:nvPr>
        </p:nvSpPr>
        <p:spPr>
          <a:xfrm>
            <a:off x="7704039" y="2400939"/>
            <a:ext cx="3760707" cy="136476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369989" y="371791"/>
            <a:ext cx="5110275" cy="1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25;p10" id="183" name="Google Shape;183;p23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369989" y="554985"/>
            <a:ext cx="11451715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6095847" y="3428914"/>
            <a:ext cx="4779882" cy="146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467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369989" y="3428902"/>
            <a:ext cx="4779883" cy="146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32;p11" id="189" name="Google Shape;189;p2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369989" y="554985"/>
            <a:ext cx="4841082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6452739" y="1120571"/>
            <a:ext cx="5011876" cy="992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■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●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Char char="○"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2.pngGoogle Shape;140;p12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10648199" y="273526"/>
            <a:ext cx="1184038" cy="33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813845"/>
            <a:ext cx="255995" cy="25599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6452739" y="2461070"/>
            <a:ext cx="5011876" cy="992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4;p12"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21543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>
            <p:ph idx="3" type="body"/>
          </p:nvPr>
        </p:nvSpPr>
        <p:spPr>
          <a:xfrm>
            <a:off x="6452739" y="3801570"/>
            <a:ext cx="5011876" cy="9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47;p12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3494846"/>
            <a:ext cx="255995" cy="2559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5"/>
          <p:cNvSpPr txBox="1"/>
          <p:nvPr>
            <p:ph idx="4" type="body"/>
          </p:nvPr>
        </p:nvSpPr>
        <p:spPr>
          <a:xfrm>
            <a:off x="6452739" y="5153004"/>
            <a:ext cx="5011876" cy="992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check.pngGoogle Shape;150;p12"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3048" y="4846277"/>
            <a:ext cx="255995" cy="2559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5"/>
          <p:cNvCxnSpPr/>
          <p:nvPr/>
        </p:nvCxnSpPr>
        <p:spPr>
          <a:xfrm flipH="1">
            <a:off x="5703924" y="383190"/>
            <a:ext cx="1" cy="6097849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25"/>
          <p:cNvSpPr txBox="1"/>
          <p:nvPr>
            <p:ph idx="5" type="body"/>
          </p:nvPr>
        </p:nvSpPr>
        <p:spPr>
          <a:xfrm>
            <a:off x="369989" y="1415785"/>
            <a:ext cx="4571488" cy="268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/>
        </p:nvSpPr>
        <p:spPr>
          <a:xfrm>
            <a:off x="369989" y="2579837"/>
            <a:ext cx="1106775" cy="1530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369989" y="554985"/>
            <a:ext cx="11451715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726948" y="4963874"/>
            <a:ext cx="4733882" cy="142236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None/>
              <a:defRPr b="1" sz="12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726948" y="3087021"/>
            <a:ext cx="4733883" cy="146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10" name="Google Shape;210;p26"/>
          <p:cNvSpPr txBox="1"/>
          <p:nvPr/>
        </p:nvSpPr>
        <p:spPr>
          <a:xfrm>
            <a:off x="5745580" y="2579837"/>
            <a:ext cx="1106774" cy="153069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400"/>
              <a:buFont typeface="Work Sans"/>
              <a:buNone/>
            </a:pPr>
            <a:r>
              <a:rPr b="1" i="0" lang="en" sz="84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1" name="Google Shape;211;p26"/>
          <p:cNvSpPr txBox="1"/>
          <p:nvPr>
            <p:ph idx="3" type="body"/>
          </p:nvPr>
        </p:nvSpPr>
        <p:spPr>
          <a:xfrm>
            <a:off x="6102537" y="3087021"/>
            <a:ext cx="4733883" cy="146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4;p13" id="212" name="Google Shape;212;p26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7095722" y="674783"/>
            <a:ext cx="4725883" cy="772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67"/>
              <a:buFont typeface="Montserrat SemiBold"/>
              <a:buNone/>
              <a:defRPr sz="2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16" name="Google Shape;216;p27"/>
          <p:cNvSpPr/>
          <p:nvPr>
            <p:ph idx="2" type="pic"/>
          </p:nvPr>
        </p:nvSpPr>
        <p:spPr>
          <a:xfrm>
            <a:off x="6095847" y="702416"/>
            <a:ext cx="5369066" cy="5777455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69989" y="371791"/>
            <a:ext cx="5110275" cy="1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69;p14" id="218" name="Google Shape;218;p27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69989" y="4432758"/>
            <a:ext cx="2345543" cy="3867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467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2" name="Google Shape;222;p28"/>
          <p:cNvSpPr/>
          <p:nvPr>
            <p:ph idx="2" type="pic"/>
          </p:nvPr>
        </p:nvSpPr>
        <p:spPr>
          <a:xfrm>
            <a:off x="385456" y="1782329"/>
            <a:ext cx="2334744" cy="236394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8"/>
          <p:cNvSpPr/>
          <p:nvPr>
            <p:ph idx="3" type="pic"/>
          </p:nvPr>
        </p:nvSpPr>
        <p:spPr>
          <a:xfrm>
            <a:off x="2890178" y="1782329"/>
            <a:ext cx="2334743" cy="236394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>
            <p:ph idx="4" type="pic"/>
          </p:nvPr>
        </p:nvSpPr>
        <p:spPr>
          <a:xfrm>
            <a:off x="5394898" y="1782329"/>
            <a:ext cx="2334743" cy="236394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28"/>
          <p:cNvSpPr/>
          <p:nvPr>
            <p:ph idx="5" type="pic"/>
          </p:nvPr>
        </p:nvSpPr>
        <p:spPr>
          <a:xfrm>
            <a:off x="7883420" y="1782329"/>
            <a:ext cx="2334743" cy="236394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8"/>
          <p:cNvSpPr txBox="1"/>
          <p:nvPr>
            <p:ph idx="6" type="body"/>
          </p:nvPr>
        </p:nvSpPr>
        <p:spPr>
          <a:xfrm>
            <a:off x="369989" y="4880001"/>
            <a:ext cx="2345543" cy="664785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7" name="Google Shape;227;p28"/>
          <p:cNvSpPr txBox="1"/>
          <p:nvPr>
            <p:ph idx="7" type="body"/>
          </p:nvPr>
        </p:nvSpPr>
        <p:spPr>
          <a:xfrm>
            <a:off x="2884778" y="4880001"/>
            <a:ext cx="2345543" cy="664785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8" name="Google Shape;228;p28"/>
          <p:cNvSpPr txBox="1"/>
          <p:nvPr>
            <p:ph idx="8" type="body"/>
          </p:nvPr>
        </p:nvSpPr>
        <p:spPr>
          <a:xfrm>
            <a:off x="5399566" y="4880001"/>
            <a:ext cx="2345543" cy="664785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29" name="Google Shape;229;p28"/>
          <p:cNvSpPr txBox="1"/>
          <p:nvPr>
            <p:ph idx="9" type="body"/>
          </p:nvPr>
        </p:nvSpPr>
        <p:spPr>
          <a:xfrm>
            <a:off x="7866621" y="4880001"/>
            <a:ext cx="2345543" cy="664785"/>
          </a:xfrm>
          <a:prstGeom prst="rect">
            <a:avLst/>
          </a:prstGeom>
          <a:noFill/>
          <a:ln>
            <a:noFill/>
          </a:ln>
        </p:spPr>
        <p:txBody>
          <a:bodyPr anchorCtr="0" anchor="t" bIns="121864" lIns="121864" spcFirstLastPara="1" rIns="121864" wrap="square" tIns="121864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30" name="Google Shape;230;p28"/>
          <p:cNvSpPr txBox="1"/>
          <p:nvPr>
            <p:ph type="title"/>
          </p:nvPr>
        </p:nvSpPr>
        <p:spPr>
          <a:xfrm>
            <a:off x="369989" y="554985"/>
            <a:ext cx="11451715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87;p15" id="231" name="Google Shape;231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/>
          <p:nvPr>
            <p:ph idx="2" type="pic"/>
          </p:nvPr>
        </p:nvSpPr>
        <p:spPr>
          <a:xfrm>
            <a:off x="369989" y="1560526"/>
            <a:ext cx="11451715" cy="4919478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9"/>
          <p:cNvSpPr txBox="1"/>
          <p:nvPr>
            <p:ph type="title"/>
          </p:nvPr>
        </p:nvSpPr>
        <p:spPr>
          <a:xfrm>
            <a:off x="726948" y="369989"/>
            <a:ext cx="10737731" cy="795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2" type="sldNum"/>
          </p:nvPr>
        </p:nvSpPr>
        <p:spPr>
          <a:xfrm>
            <a:off x="5892653" y="6169928"/>
            <a:ext cx="2844729" cy="37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0"/>
          <p:cNvSpPr/>
          <p:nvPr/>
        </p:nvSpPr>
        <p:spPr>
          <a:xfrm>
            <a:off x="218060" y="205262"/>
            <a:ext cx="11737708" cy="6426639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609585" y="544516"/>
            <a:ext cx="10855328" cy="692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0" name="Google Shape;240;p30"/>
          <p:cNvSpPr/>
          <p:nvPr/>
        </p:nvSpPr>
        <p:spPr>
          <a:xfrm>
            <a:off x="10110579" y="6325275"/>
            <a:ext cx="2081149" cy="532788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609585" y="1237034"/>
            <a:ext cx="5110273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467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17014" r="0" t="0"/>
          <a:stretch/>
        </p:blipFill>
        <p:spPr>
          <a:xfrm>
            <a:off x="10348829" y="6426454"/>
            <a:ext cx="1136556" cy="25598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2" type="body"/>
          </p:nvPr>
        </p:nvSpPr>
        <p:spPr>
          <a:xfrm>
            <a:off x="609585" y="2203010"/>
            <a:ext cx="5486663" cy="263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11767890" y="6471821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/>
          <p:nvPr/>
        </p:nvSpPr>
        <p:spPr>
          <a:xfrm>
            <a:off x="218061" y="205262"/>
            <a:ext cx="11737708" cy="6426641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 txBox="1"/>
          <p:nvPr>
            <p:ph type="title"/>
          </p:nvPr>
        </p:nvSpPr>
        <p:spPr>
          <a:xfrm>
            <a:off x="609585" y="544514"/>
            <a:ext cx="10855328" cy="692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48" name="Google Shape;248;p31"/>
          <p:cNvSpPr/>
          <p:nvPr/>
        </p:nvSpPr>
        <p:spPr>
          <a:xfrm>
            <a:off x="10110579" y="6325274"/>
            <a:ext cx="2081149" cy="532788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45699" lIns="45699" spcFirstLastPara="1" rIns="45699" wrap="square" tIns="45699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 txBox="1"/>
          <p:nvPr>
            <p:ph idx="1" type="body"/>
          </p:nvPr>
        </p:nvSpPr>
        <p:spPr>
          <a:xfrm>
            <a:off x="609585" y="1237036"/>
            <a:ext cx="5110273" cy="255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067"/>
              <a:buFont typeface="Host Grotesk SemiBold"/>
              <a:buNone/>
              <a:defRPr sz="1067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197;p17" id="250" name="Google Shape;250;p31"/>
          <p:cNvPicPr preferRelativeResize="0"/>
          <p:nvPr/>
        </p:nvPicPr>
        <p:blipFill rotWithShape="1">
          <a:blip r:embed="rId2">
            <a:alphaModFix/>
          </a:blip>
          <a:srcRect b="0" l="17013" r="0" t="0"/>
          <a:stretch/>
        </p:blipFill>
        <p:spPr>
          <a:xfrm>
            <a:off x="10348828" y="6426455"/>
            <a:ext cx="1136569" cy="25598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1"/>
          <p:cNvSpPr txBox="1"/>
          <p:nvPr>
            <p:ph idx="2" type="body"/>
          </p:nvPr>
        </p:nvSpPr>
        <p:spPr>
          <a:xfrm>
            <a:off x="609585" y="2203012"/>
            <a:ext cx="5486663" cy="2630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2" type="sldNum"/>
          </p:nvPr>
        </p:nvSpPr>
        <p:spPr>
          <a:xfrm>
            <a:off x="11767890" y="6471821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8" lvl="0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8" lvl="1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8" lvl="2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8" lvl="3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8" lvl="4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8" lvl="5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8" lvl="6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8" lvl="7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8" lvl="8" marL="5079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933"/>
              <a:buFont typeface="Montserrat"/>
              <a:buNone/>
              <a:defRPr b="1" sz="933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8" lvl="0" marL="50798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idx="12" type="sldNum"/>
          </p:nvPr>
        </p:nvSpPr>
        <p:spPr>
          <a:xfrm>
            <a:off x="11673899" y="6332976"/>
            <a:ext cx="466443" cy="453909"/>
          </a:xfrm>
          <a:prstGeom prst="rect">
            <a:avLst/>
          </a:prstGeom>
          <a:noFill/>
          <a:ln>
            <a:noFill/>
          </a:ln>
        </p:spPr>
        <p:txBody>
          <a:bodyPr anchorCtr="0" anchor="t" bIns="111731" lIns="111731" spcFirstLastPara="1" rIns="111731" wrap="square" tIns="111731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69989" y="554985"/>
            <a:ext cx="11451715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4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69989" y="371791"/>
            <a:ext cx="5110275" cy="1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375889" y="368323"/>
            <a:ext cx="11451715" cy="6131848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>
            <p:ph type="title"/>
          </p:nvPr>
        </p:nvSpPr>
        <p:spPr>
          <a:xfrm>
            <a:off x="3464545" y="4657317"/>
            <a:ext cx="7980203" cy="1326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333"/>
              <a:buFont typeface="Montserrat SemiBold"/>
              <a:buNone/>
              <a:defRPr sz="5333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5892653" y="6169928"/>
            <a:ext cx="2844729" cy="37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79790" y="1883053"/>
            <a:ext cx="5225469" cy="301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6108981" y="0"/>
            <a:ext cx="6082649" cy="6857828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1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69989" y="371791"/>
            <a:ext cx="5110275" cy="1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200"/>
              <a:buFont typeface="Montserrat"/>
              <a:buNone/>
              <a:defRPr b="1" sz="32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02" name="Google Shape;102;p18"/>
          <p:cNvCxnSpPr/>
          <p:nvPr/>
        </p:nvCxnSpPr>
        <p:spPr>
          <a:xfrm rot="10800000">
            <a:off x="6113894" y="1770222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8"/>
          <p:cNvCxnSpPr/>
          <p:nvPr/>
        </p:nvCxnSpPr>
        <p:spPr>
          <a:xfrm rot="10800000">
            <a:off x="6113894" y="2419557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8"/>
          <p:cNvCxnSpPr/>
          <p:nvPr/>
        </p:nvCxnSpPr>
        <p:spPr>
          <a:xfrm rot="10800000">
            <a:off x="6113894" y="3068961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8"/>
          <p:cNvCxnSpPr/>
          <p:nvPr/>
        </p:nvCxnSpPr>
        <p:spPr>
          <a:xfrm rot="10800000">
            <a:off x="6113894" y="3718360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8"/>
          <p:cNvCxnSpPr/>
          <p:nvPr/>
        </p:nvCxnSpPr>
        <p:spPr>
          <a:xfrm rot="10800000">
            <a:off x="6113894" y="4367765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18"/>
          <p:cNvCxnSpPr/>
          <p:nvPr/>
        </p:nvCxnSpPr>
        <p:spPr>
          <a:xfrm rot="10800000">
            <a:off x="6113894" y="5017097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 rot="10800000">
            <a:off x="6113894" y="5666502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 rot="10800000">
            <a:off x="6113894" y="6315802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8"/>
          <p:cNvCxnSpPr/>
          <p:nvPr/>
        </p:nvCxnSpPr>
        <p:spPr>
          <a:xfrm rot="10800000">
            <a:off x="6113894" y="471415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8"/>
          <p:cNvCxnSpPr/>
          <p:nvPr/>
        </p:nvCxnSpPr>
        <p:spPr>
          <a:xfrm rot="10800000">
            <a:off x="6113894" y="1120819"/>
            <a:ext cx="6082649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18"/>
          <p:cNvGrpSpPr/>
          <p:nvPr/>
        </p:nvGrpSpPr>
        <p:grpSpPr>
          <a:xfrm>
            <a:off x="6115350" y="-136"/>
            <a:ext cx="5783159" cy="6857896"/>
            <a:chOff x="-1" y="0"/>
            <a:chExt cx="5783158" cy="6857894"/>
          </a:xfrm>
        </p:grpSpPr>
        <p:cxnSp>
          <p:nvCxnSpPr>
            <p:cNvPr id="113" name="Google Shape;113;p18"/>
            <p:cNvCxnSpPr/>
            <p:nvPr/>
          </p:nvCxnSpPr>
          <p:spPr>
            <a:xfrm flipH="1">
              <a:off x="-1" y="0"/>
              <a:ext cx="3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18"/>
            <p:cNvCxnSpPr/>
            <p:nvPr/>
          </p:nvCxnSpPr>
          <p:spPr>
            <a:xfrm flipH="1">
              <a:off x="64253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18"/>
            <p:cNvCxnSpPr/>
            <p:nvPr/>
          </p:nvCxnSpPr>
          <p:spPr>
            <a:xfrm flipH="1">
              <a:off x="1285073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18"/>
            <p:cNvCxnSpPr/>
            <p:nvPr/>
          </p:nvCxnSpPr>
          <p:spPr>
            <a:xfrm flipH="1">
              <a:off x="1927610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18"/>
            <p:cNvCxnSpPr/>
            <p:nvPr/>
          </p:nvCxnSpPr>
          <p:spPr>
            <a:xfrm flipH="1">
              <a:off x="257014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8"/>
            <p:cNvCxnSpPr/>
            <p:nvPr/>
          </p:nvCxnSpPr>
          <p:spPr>
            <a:xfrm flipH="1">
              <a:off x="3212684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18"/>
            <p:cNvCxnSpPr/>
            <p:nvPr/>
          </p:nvCxnSpPr>
          <p:spPr>
            <a:xfrm flipH="1">
              <a:off x="3855328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18"/>
            <p:cNvCxnSpPr/>
            <p:nvPr/>
          </p:nvCxnSpPr>
          <p:spPr>
            <a:xfrm flipH="1">
              <a:off x="4497863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18"/>
            <p:cNvCxnSpPr/>
            <p:nvPr/>
          </p:nvCxnSpPr>
          <p:spPr>
            <a:xfrm flipH="1">
              <a:off x="5140522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" name="Google Shape;122;p18"/>
            <p:cNvCxnSpPr/>
            <p:nvPr/>
          </p:nvCxnSpPr>
          <p:spPr>
            <a:xfrm flipH="1">
              <a:off x="5783155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5892653" y="6169928"/>
            <a:ext cx="2844729" cy="37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 rot="10800000">
            <a:off x="375889" y="368323"/>
            <a:ext cx="11451715" cy="6131848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t/>
            </a:r>
            <a:endParaRPr b="0" i="0" sz="1867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1094643" y="5230676"/>
            <a:ext cx="7812207" cy="603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cxnSp>
        <p:nvCxnSpPr>
          <p:cNvPr id="127" name="Google Shape;127;p19"/>
          <p:cNvCxnSpPr/>
          <p:nvPr/>
        </p:nvCxnSpPr>
        <p:spPr>
          <a:xfrm>
            <a:off x="734482" y="1056740"/>
            <a:ext cx="10736931" cy="1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9"/>
          <p:cNvCxnSpPr/>
          <p:nvPr/>
        </p:nvCxnSpPr>
        <p:spPr>
          <a:xfrm>
            <a:off x="734482" y="6028883"/>
            <a:ext cx="10726530" cy="1"/>
          </a:xfrm>
          <a:prstGeom prst="straightConnector1">
            <a:avLst/>
          </a:prstGeom>
          <a:noFill/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9"/>
          <p:cNvSpPr txBox="1"/>
          <p:nvPr>
            <p:ph type="title"/>
          </p:nvPr>
        </p:nvSpPr>
        <p:spPr>
          <a:xfrm>
            <a:off x="1060672" y="2992532"/>
            <a:ext cx="8162197" cy="18807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6;p2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4480" y="622178"/>
            <a:ext cx="1482766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5892653" y="6169928"/>
            <a:ext cx="2844729" cy="37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69989" y="554985"/>
            <a:ext cx="11451715" cy="1179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69989" y="371791"/>
            <a:ext cx="5110275" cy="18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67"/>
              <a:buFont typeface="Montserrat"/>
              <a:buNone/>
              <a:defRPr b="1" sz="1067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pic>
        <p:nvPicPr>
          <p:cNvPr descr="Logo-white.pngGoogle Shape;42;p5"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21"/>
          <p:cNvCxnSpPr/>
          <p:nvPr/>
        </p:nvCxnSpPr>
        <p:spPr>
          <a:xfrm rot="10800000">
            <a:off x="-25234" y="471426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 rot="10800000">
            <a:off x="-25234" y="1120828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-25234" y="1770229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21"/>
          <p:cNvCxnSpPr/>
          <p:nvPr/>
        </p:nvCxnSpPr>
        <p:spPr>
          <a:xfrm rot="10800000">
            <a:off x="-25234" y="2419561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21"/>
          <p:cNvCxnSpPr/>
          <p:nvPr/>
        </p:nvCxnSpPr>
        <p:spPr>
          <a:xfrm rot="10800000">
            <a:off x="-25234" y="3068963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" name="Google Shape;143;p21"/>
          <p:cNvGrpSpPr/>
          <p:nvPr/>
        </p:nvGrpSpPr>
        <p:grpSpPr>
          <a:xfrm>
            <a:off x="-4701" y="-136"/>
            <a:ext cx="12208637" cy="6857898"/>
            <a:chOff x="-1" y="0"/>
            <a:chExt cx="12208637" cy="6857895"/>
          </a:xfrm>
        </p:grpSpPr>
        <p:cxnSp>
          <p:nvCxnSpPr>
            <p:cNvPr id="144" name="Google Shape;144;p21"/>
            <p:cNvCxnSpPr/>
            <p:nvPr/>
          </p:nvCxnSpPr>
          <p:spPr>
            <a:xfrm flipH="1">
              <a:off x="64253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21"/>
            <p:cNvCxnSpPr/>
            <p:nvPr/>
          </p:nvCxnSpPr>
          <p:spPr>
            <a:xfrm flipH="1">
              <a:off x="1285073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21"/>
            <p:cNvCxnSpPr/>
            <p:nvPr/>
          </p:nvCxnSpPr>
          <p:spPr>
            <a:xfrm flipH="1">
              <a:off x="1927610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21"/>
            <p:cNvCxnSpPr/>
            <p:nvPr/>
          </p:nvCxnSpPr>
          <p:spPr>
            <a:xfrm flipH="1">
              <a:off x="257014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 flipH="1">
              <a:off x="3212685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21"/>
            <p:cNvCxnSpPr/>
            <p:nvPr/>
          </p:nvCxnSpPr>
          <p:spPr>
            <a:xfrm flipH="1">
              <a:off x="3855221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" name="Google Shape;150;p21"/>
            <p:cNvCxnSpPr/>
            <p:nvPr/>
          </p:nvCxnSpPr>
          <p:spPr>
            <a:xfrm flipH="1">
              <a:off x="-1" y="0"/>
              <a:ext cx="3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1" name="Google Shape;151;p21"/>
            <p:cNvCxnSpPr/>
            <p:nvPr/>
          </p:nvCxnSpPr>
          <p:spPr>
            <a:xfrm flipH="1">
              <a:off x="4497758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2" name="Google Shape;152;p21"/>
            <p:cNvCxnSpPr/>
            <p:nvPr/>
          </p:nvCxnSpPr>
          <p:spPr>
            <a:xfrm flipH="1">
              <a:off x="5140295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" name="Google Shape;153;p21"/>
            <p:cNvCxnSpPr/>
            <p:nvPr/>
          </p:nvCxnSpPr>
          <p:spPr>
            <a:xfrm flipH="1">
              <a:off x="5782831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p21"/>
            <p:cNvCxnSpPr/>
            <p:nvPr/>
          </p:nvCxnSpPr>
          <p:spPr>
            <a:xfrm flipH="1">
              <a:off x="6425369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p21"/>
            <p:cNvCxnSpPr/>
            <p:nvPr/>
          </p:nvCxnSpPr>
          <p:spPr>
            <a:xfrm flipH="1">
              <a:off x="706790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1"/>
            <p:cNvCxnSpPr/>
            <p:nvPr/>
          </p:nvCxnSpPr>
          <p:spPr>
            <a:xfrm flipH="1">
              <a:off x="7710443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1"/>
            <p:cNvCxnSpPr/>
            <p:nvPr/>
          </p:nvCxnSpPr>
          <p:spPr>
            <a:xfrm flipH="1">
              <a:off x="8352979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1"/>
            <p:cNvCxnSpPr/>
            <p:nvPr/>
          </p:nvCxnSpPr>
          <p:spPr>
            <a:xfrm flipH="1">
              <a:off x="8995516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1"/>
            <p:cNvCxnSpPr/>
            <p:nvPr/>
          </p:nvCxnSpPr>
          <p:spPr>
            <a:xfrm flipH="1">
              <a:off x="9638160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1"/>
            <p:cNvCxnSpPr/>
            <p:nvPr/>
          </p:nvCxnSpPr>
          <p:spPr>
            <a:xfrm flipH="1">
              <a:off x="10280697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1"/>
            <p:cNvCxnSpPr/>
            <p:nvPr/>
          </p:nvCxnSpPr>
          <p:spPr>
            <a:xfrm flipH="1">
              <a:off x="10923355" y="0"/>
              <a:ext cx="1" cy="6857894"/>
            </a:xfrm>
            <a:prstGeom prst="straightConnector1">
              <a:avLst/>
            </a:prstGeom>
            <a:noFill/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" name="Google Shape;162;p21"/>
            <p:cNvGrpSpPr/>
            <p:nvPr/>
          </p:nvGrpSpPr>
          <p:grpSpPr>
            <a:xfrm>
              <a:off x="11565987" y="0"/>
              <a:ext cx="642649" cy="6857895"/>
              <a:chOff x="-1" y="0"/>
              <a:chExt cx="642647" cy="6857894"/>
            </a:xfrm>
          </p:grpSpPr>
          <p:cxnSp>
            <p:nvCxnSpPr>
              <p:cNvPr id="163" name="Google Shape;163;p21"/>
              <p:cNvCxnSpPr/>
              <p:nvPr/>
            </p:nvCxnSpPr>
            <p:spPr>
              <a:xfrm flipH="1">
                <a:off x="-1" y="0"/>
                <a:ext cx="3" cy="685789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4" name="Google Shape;164;p21"/>
              <p:cNvCxnSpPr/>
              <p:nvPr/>
            </p:nvCxnSpPr>
            <p:spPr>
              <a:xfrm flipH="1">
                <a:off x="642644" y="0"/>
                <a:ext cx="1" cy="6857894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65" name="Google Shape;165;p21"/>
          <p:cNvCxnSpPr/>
          <p:nvPr/>
        </p:nvCxnSpPr>
        <p:spPr>
          <a:xfrm rot="10800000">
            <a:off x="-25234" y="3718360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21"/>
          <p:cNvCxnSpPr/>
          <p:nvPr/>
        </p:nvCxnSpPr>
        <p:spPr>
          <a:xfrm rot="10800000">
            <a:off x="-25234" y="4367764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21"/>
          <p:cNvCxnSpPr/>
          <p:nvPr/>
        </p:nvCxnSpPr>
        <p:spPr>
          <a:xfrm rot="10800000">
            <a:off x="-25234" y="5017093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21"/>
          <p:cNvCxnSpPr/>
          <p:nvPr/>
        </p:nvCxnSpPr>
        <p:spPr>
          <a:xfrm rot="10800000">
            <a:off x="-25234" y="5666496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21"/>
          <p:cNvCxnSpPr/>
          <p:nvPr/>
        </p:nvCxnSpPr>
        <p:spPr>
          <a:xfrm rot="10800000">
            <a:off x="-25234" y="6315793"/>
            <a:ext cx="12208496" cy="1"/>
          </a:xfrm>
          <a:prstGeom prst="straightConnector1">
            <a:avLst/>
          </a:prstGeom>
          <a:noFill/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 txBox="1"/>
          <p:nvPr>
            <p:ph type="title"/>
          </p:nvPr>
        </p:nvSpPr>
        <p:spPr>
          <a:xfrm>
            <a:off x="1916919" y="1768556"/>
            <a:ext cx="8344993" cy="2597536"/>
          </a:xfrm>
          <a:prstGeom prst="rect">
            <a:avLst/>
          </a:prstGeom>
          <a:solidFill>
            <a:srgbClr val="493691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64" lIns="121864" spcFirstLastPara="1" rIns="121864" wrap="square" tIns="121864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667"/>
              <a:buFont typeface="Montserrat SemiBold"/>
              <a:buNone/>
              <a:defRPr sz="4667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6052947" y="2307264"/>
            <a:ext cx="5767457" cy="60358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67"/>
              <a:buFont typeface="Montserrat"/>
              <a:buNone/>
              <a:defRPr sz="2667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67"/>
              <a:buChar char="■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369989" y="1412865"/>
            <a:ext cx="5725858" cy="3737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66"/>
              <a:buFont typeface="Montserrat SemiBold"/>
              <a:buNone/>
              <a:defRPr sz="6666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pic>
        <p:nvPicPr>
          <p:cNvPr descr="Logo-white.pngGoogle Shape;115;p9" id="175" name="Google Shape;175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10665200" y="303528"/>
            <a:ext cx="1156572" cy="2771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11652438" y="6343529"/>
            <a:ext cx="169330" cy="169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067"/>
              <a:buFont typeface="Montserrat"/>
              <a:buNone/>
              <a:defRPr b="1" sz="1067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23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26948" y="369989"/>
            <a:ext cx="10737731" cy="795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b="0" i="0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09585" y="1600160"/>
            <a:ext cx="10972526" cy="5257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●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○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67"/>
              <a:buFont typeface="Helvetica Neue"/>
              <a:buChar char="■"/>
              <a:defRPr b="0" i="0" sz="1467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892653" y="6169928"/>
            <a:ext cx="2844729" cy="372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60932" spcFirstLastPara="1" rIns="60932" wrap="square" tIns="60932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1.jpg"/><Relationship Id="rId16" Type="http://schemas.openxmlformats.org/officeDocument/2006/relationships/image" Target="../media/image2.jpg"/><Relationship Id="rId17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56"/>
          <p:cNvGrpSpPr/>
          <p:nvPr/>
        </p:nvGrpSpPr>
        <p:grpSpPr>
          <a:xfrm>
            <a:off x="-20525" y="-10141"/>
            <a:ext cx="7048209" cy="6878111"/>
            <a:chOff x="0" y="0"/>
            <a:chExt cx="7048206" cy="6878108"/>
          </a:xfrm>
        </p:grpSpPr>
        <p:sp>
          <p:nvSpPr>
            <p:cNvPr id="419" name="Google Shape;419;p56"/>
            <p:cNvSpPr/>
            <p:nvPr/>
          </p:nvSpPr>
          <p:spPr>
            <a:xfrm>
              <a:off x="0" y="0"/>
              <a:ext cx="7048206" cy="6878108"/>
            </a:xfrm>
            <a:prstGeom prst="rect">
              <a:avLst/>
            </a:prstGeom>
            <a:solidFill>
              <a:srgbClr val="493691"/>
            </a:solidFill>
            <a:ln cap="flat" cmpd="sng" w="12700">
              <a:solidFill>
                <a:srgbClr val="E0D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9FE"/>
                </a:buClr>
                <a:buSzPts val="1867"/>
                <a:buFont typeface="Montserrat"/>
                <a:buNone/>
              </a:pPr>
              <a:r>
                <a:t/>
              </a:r>
              <a:endParaRPr b="0" i="0" sz="1867" u="none" cap="none" strike="noStrike">
                <a:solidFill>
                  <a:srgbClr val="FAF9F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6"/>
            <p:cNvSpPr txBox="1"/>
            <p:nvPr/>
          </p:nvSpPr>
          <p:spPr>
            <a:xfrm>
              <a:off x="6368" y="3172441"/>
              <a:ext cx="7035469" cy="533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864" lIns="121864" spcFirstLastPara="1" rIns="121864" wrap="square" tIns="121864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AF9FE"/>
                </a:buClr>
                <a:buSzPts val="1867"/>
                <a:buFont typeface="Montserrat"/>
                <a:buNone/>
              </a:pPr>
              <a:r>
                <a:rPr b="0" i="0" lang="en" sz="1867" u="none" cap="none" strike="noStrike">
                  <a:solidFill>
                    <a:srgbClr val="FAF9F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/>
            </a:p>
          </p:txBody>
        </p:sp>
      </p:grpSp>
      <p:sp>
        <p:nvSpPr>
          <p:cNvPr id="421" name="Google Shape;421;p56"/>
          <p:cNvSpPr txBox="1"/>
          <p:nvPr>
            <p:ph type="title"/>
          </p:nvPr>
        </p:nvSpPr>
        <p:spPr>
          <a:xfrm>
            <a:off x="369991" y="198307"/>
            <a:ext cx="6418639" cy="11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3733"/>
              <a:buFont typeface="Montserrat SemiBold"/>
              <a:buNone/>
            </a:pPr>
            <a:r>
              <a:rPr lang="en" sz="3733">
                <a:solidFill>
                  <a:srgbClr val="FAF9FE"/>
                </a:solidFill>
              </a:rPr>
              <a:t>5 factors make us unique</a:t>
            </a:r>
            <a:endParaRPr/>
          </a:p>
        </p:txBody>
      </p:sp>
      <p:sp>
        <p:nvSpPr>
          <p:cNvPr id="422" name="Google Shape;422;p56"/>
          <p:cNvSpPr txBox="1"/>
          <p:nvPr>
            <p:ph idx="1" type="body"/>
          </p:nvPr>
        </p:nvSpPr>
        <p:spPr>
          <a:xfrm>
            <a:off x="1182036" y="1369195"/>
            <a:ext cx="4415492" cy="39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1600">
                <a:solidFill>
                  <a:srgbClr val="FAF9FE"/>
                </a:solidFill>
              </a:rPr>
              <a:t>NVIDIA-Powered On-device training</a:t>
            </a:r>
            <a:endParaRPr/>
          </a:p>
        </p:txBody>
      </p:sp>
      <p:sp>
        <p:nvSpPr>
          <p:cNvPr id="423" name="Google Shape;423;p56"/>
          <p:cNvSpPr txBox="1"/>
          <p:nvPr>
            <p:ph idx="3" type="body"/>
          </p:nvPr>
        </p:nvSpPr>
        <p:spPr>
          <a:xfrm>
            <a:off x="1064839" y="1565719"/>
            <a:ext cx="5537063" cy="667183"/>
          </a:xfrm>
          <a:prstGeom prst="rect">
            <a:avLst/>
          </a:prstGeom>
          <a:noFill/>
          <a:ln>
            <a:noFill/>
          </a:ln>
        </p:spPr>
        <p:txBody>
          <a:bodyPr anchorCtr="0" anchor="t" bIns="147430" lIns="147430" spcFirstLastPara="1" rIns="147430" wrap="square" tIns="14743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200"/>
              <a:buFont typeface="Montserrat"/>
              <a:buNone/>
            </a:pPr>
            <a:r>
              <a:rPr i="1" lang="en" sz="1200"/>
              <a:t>Run </a:t>
            </a:r>
            <a:r>
              <a:rPr b="1" lang="en"/>
              <a:t>large AI models and retrain on the camera in minutes</a:t>
            </a:r>
            <a:r>
              <a:rPr i="1" lang="en" sz="1200"/>
              <a:t>, to get unmatched accuracy and performance on subtle defects</a:t>
            </a:r>
            <a:endParaRPr/>
          </a:p>
        </p:txBody>
      </p:sp>
      <p:sp>
        <p:nvSpPr>
          <p:cNvPr id="424" name="Google Shape;424;p56"/>
          <p:cNvSpPr txBox="1"/>
          <p:nvPr/>
        </p:nvSpPr>
        <p:spPr>
          <a:xfrm>
            <a:off x="1186736" y="2461142"/>
            <a:ext cx="4866481" cy="39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600"/>
              <a:buFont typeface="Montserrat SemiBold"/>
              <a:buNone/>
            </a:pPr>
            <a:r>
              <a:rPr b="0" i="0" lang="en" sz="1600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Data-first with massive onboard storage</a:t>
            </a:r>
            <a:endParaRPr/>
          </a:p>
        </p:txBody>
      </p:sp>
      <p:sp>
        <p:nvSpPr>
          <p:cNvPr id="425" name="Google Shape;425;p56"/>
          <p:cNvSpPr txBox="1"/>
          <p:nvPr>
            <p:ph idx="4" type="body"/>
          </p:nvPr>
        </p:nvSpPr>
        <p:spPr>
          <a:xfrm>
            <a:off x="1064839" y="2658883"/>
            <a:ext cx="5429865" cy="667183"/>
          </a:xfrm>
          <a:prstGeom prst="rect">
            <a:avLst/>
          </a:prstGeom>
          <a:noFill/>
          <a:ln>
            <a:noFill/>
          </a:ln>
        </p:spPr>
        <p:txBody>
          <a:bodyPr anchorCtr="0" anchor="t" bIns="147430" lIns="147430" spcFirstLastPara="1" rIns="147430" wrap="square" tIns="14743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200"/>
              <a:buFont typeface="Montserrat"/>
              <a:buNone/>
            </a:pPr>
            <a:r>
              <a:rPr i="1" lang="en" sz="1200"/>
              <a:t>Labeling and training using JPEG for faster results and </a:t>
            </a:r>
            <a:r>
              <a:rPr b="1" lang="en"/>
              <a:t>storage for weeks worth of production data</a:t>
            </a:r>
            <a:r>
              <a:rPr i="1" lang="en" sz="1200"/>
              <a:t> (100k+ images)</a:t>
            </a:r>
            <a:endParaRPr/>
          </a:p>
        </p:txBody>
      </p:sp>
      <p:sp>
        <p:nvSpPr>
          <p:cNvPr id="426" name="Google Shape;426;p56"/>
          <p:cNvSpPr txBox="1"/>
          <p:nvPr>
            <p:ph idx="5" type="body"/>
          </p:nvPr>
        </p:nvSpPr>
        <p:spPr>
          <a:xfrm>
            <a:off x="1064839" y="3752045"/>
            <a:ext cx="5429865" cy="667183"/>
          </a:xfrm>
          <a:prstGeom prst="rect">
            <a:avLst/>
          </a:prstGeom>
          <a:noFill/>
          <a:ln>
            <a:noFill/>
          </a:ln>
        </p:spPr>
        <p:txBody>
          <a:bodyPr anchorCtr="0" anchor="t" bIns="147430" lIns="147430" spcFirstLastPara="1" rIns="147430" wrap="square" tIns="14743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200"/>
              <a:buFont typeface="Montserrat"/>
              <a:buNone/>
            </a:pPr>
            <a:r>
              <a:rPr i="1" lang="en" sz="1200"/>
              <a:t>Access every camera instantly through a </a:t>
            </a:r>
            <a:r>
              <a:rPr b="1" lang="en"/>
              <a:t>simple browser – no installs, no license keys, and no dedicated PC</a:t>
            </a:r>
            <a:r>
              <a:rPr i="1" lang="en" sz="1200"/>
              <a:t> required</a:t>
            </a:r>
            <a:endParaRPr/>
          </a:p>
        </p:txBody>
      </p:sp>
      <p:sp>
        <p:nvSpPr>
          <p:cNvPr id="427" name="Google Shape;427;p56"/>
          <p:cNvSpPr txBox="1"/>
          <p:nvPr/>
        </p:nvSpPr>
        <p:spPr>
          <a:xfrm>
            <a:off x="1186737" y="3553091"/>
            <a:ext cx="4406090" cy="39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600"/>
              <a:buFont typeface="Montserrat SemiBold"/>
              <a:buNone/>
            </a:pPr>
            <a:r>
              <a:rPr b="0" i="0" lang="en" sz="1600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Modern, browser-native tech stack</a:t>
            </a:r>
            <a:endParaRPr/>
          </a:p>
        </p:txBody>
      </p:sp>
      <p:sp>
        <p:nvSpPr>
          <p:cNvPr id="428" name="Google Shape;428;p56"/>
          <p:cNvSpPr txBox="1"/>
          <p:nvPr/>
        </p:nvSpPr>
        <p:spPr>
          <a:xfrm>
            <a:off x="1186737" y="5736986"/>
            <a:ext cx="5615660" cy="39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600"/>
              <a:buFont typeface="Montserrat SemiBold"/>
              <a:buNone/>
            </a:pPr>
            <a:r>
              <a:rPr b="0" i="0" lang="en" sz="1600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Fully open automation platform (Node-Red + APIs)</a:t>
            </a:r>
            <a:endParaRPr/>
          </a:p>
        </p:txBody>
      </p:sp>
      <p:sp>
        <p:nvSpPr>
          <p:cNvPr id="429" name="Google Shape;429;p56"/>
          <p:cNvSpPr txBox="1"/>
          <p:nvPr/>
        </p:nvSpPr>
        <p:spPr>
          <a:xfrm>
            <a:off x="1064840" y="5938371"/>
            <a:ext cx="5607460" cy="667183"/>
          </a:xfrm>
          <a:prstGeom prst="rect">
            <a:avLst/>
          </a:prstGeom>
          <a:noFill/>
          <a:ln>
            <a:noFill/>
          </a:ln>
        </p:spPr>
        <p:txBody>
          <a:bodyPr anchorCtr="0" anchor="t" bIns="147430" lIns="147430" spcFirstLastPara="1" rIns="147430" wrap="square" tIns="14743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200"/>
              <a:buFont typeface="Montserrat"/>
              <a:buNone/>
            </a:pPr>
            <a:r>
              <a:rPr b="0" i="1" lang="en" sz="1200" u="none" cap="none" strike="noStrike">
                <a:solidFill>
                  <a:srgbClr val="FAF9FE"/>
                </a:solidFill>
                <a:latin typeface="Montserrat"/>
                <a:ea typeface="Montserrat"/>
                <a:cs typeface="Montserrat"/>
                <a:sym typeface="Montserrat"/>
              </a:rPr>
              <a:t>Trigger, control, create dashboards, and </a:t>
            </a:r>
            <a:r>
              <a:rPr b="1" i="1" lang="en" sz="1200" u="none" cap="none" strike="noStrike">
                <a:solidFill>
                  <a:srgbClr val="FAF9FE"/>
                </a:solidFill>
                <a:latin typeface="Montserrat"/>
                <a:ea typeface="Montserrat"/>
                <a:cs typeface="Montserrat"/>
                <a:sym typeface="Montserrat"/>
              </a:rPr>
              <a:t>customize everything with APIs &amp; Node-RED</a:t>
            </a:r>
            <a:r>
              <a:rPr b="0" i="1" lang="en" sz="1200" u="none" cap="none" strike="noStrike">
                <a:solidFill>
                  <a:srgbClr val="FAF9FE"/>
                </a:solidFill>
                <a:latin typeface="Montserrat"/>
                <a:ea typeface="Montserrat"/>
                <a:cs typeface="Montserrat"/>
                <a:sym typeface="Montserrat"/>
              </a:rPr>
              <a:t>, enabling PLC-level logic directly on the camera</a:t>
            </a:r>
            <a:endParaRPr/>
          </a:p>
        </p:txBody>
      </p:sp>
      <p:pic>
        <p:nvPicPr>
          <p:cNvPr descr="Google Shape;409;p26" id="430" name="Google Shape;43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461" y="4637097"/>
            <a:ext cx="615418" cy="615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410;p26" id="431" name="Google Shape;43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461" y="1369195"/>
            <a:ext cx="615418" cy="615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411;p26" id="432" name="Google Shape;432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461" y="5726383"/>
            <a:ext cx="615418" cy="615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5-10-30 at 5.24.02 PM.pngGoogle Shape;412;p26" id="433" name="Google Shape;433;p56"/>
          <p:cNvPicPr preferRelativeResize="0"/>
          <p:nvPr/>
        </p:nvPicPr>
        <p:blipFill rotWithShape="1">
          <a:blip r:embed="rId13">
            <a:alphaModFix/>
          </a:blip>
          <a:srcRect b="15694" l="11868" r="14052" t="13191"/>
          <a:stretch/>
        </p:blipFill>
        <p:spPr>
          <a:xfrm>
            <a:off x="7220286" y="235894"/>
            <a:ext cx="3279682" cy="2038450"/>
          </a:xfrm>
          <a:prstGeom prst="rect">
            <a:avLst/>
          </a:prstGeom>
          <a:noFill/>
          <a:ln cap="flat" cmpd="sng" w="12700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84665" rotWithShape="0" dir="2700000" dist="50799">
              <a:srgbClr val="000000">
                <a:alpha val="50196"/>
              </a:srgbClr>
            </a:outerShdw>
          </a:effectLst>
        </p:spPr>
      </p:pic>
      <p:pic>
        <p:nvPicPr>
          <p:cNvPr descr="Screenshot 2025-11-07 at 11.39.23 AM.pngGoogle Shape;413;p26" id="434" name="Google Shape;434;p56"/>
          <p:cNvPicPr preferRelativeResize="0"/>
          <p:nvPr/>
        </p:nvPicPr>
        <p:blipFill rotWithShape="1">
          <a:blip r:embed="rId14">
            <a:alphaModFix/>
          </a:blip>
          <a:srcRect b="0" l="13808" r="0" t="0"/>
          <a:stretch/>
        </p:blipFill>
        <p:spPr>
          <a:xfrm>
            <a:off x="7597126" y="1194921"/>
            <a:ext cx="3279682" cy="2090214"/>
          </a:xfrm>
          <a:prstGeom prst="rect">
            <a:avLst/>
          </a:prstGeom>
          <a:noFill/>
          <a:ln cap="flat" cmpd="sng" w="12700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84665" rotWithShape="0" dir="2700000" dist="50799">
              <a:srgbClr val="000000">
                <a:alpha val="50196"/>
              </a:srgbClr>
            </a:outerShdw>
          </a:effectLst>
        </p:spPr>
      </p:pic>
      <p:pic>
        <p:nvPicPr>
          <p:cNvPr descr="Screenshot 2025-11-07 at 11.40.44 AM.pngGoogle Shape;414;p26" id="435" name="Google Shape;435;p56"/>
          <p:cNvPicPr preferRelativeResize="0"/>
          <p:nvPr/>
        </p:nvPicPr>
        <p:blipFill rotWithShape="1">
          <a:blip r:embed="rId15">
            <a:alphaModFix/>
          </a:blip>
          <a:srcRect b="0" l="13808" r="0" t="0"/>
          <a:stretch/>
        </p:blipFill>
        <p:spPr>
          <a:xfrm>
            <a:off x="7973966" y="2205715"/>
            <a:ext cx="3279682" cy="2148298"/>
          </a:xfrm>
          <a:prstGeom prst="rect">
            <a:avLst/>
          </a:prstGeom>
          <a:noFill/>
          <a:ln cap="flat" cmpd="sng" w="12700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84665" rotWithShape="0" dir="2700000" dist="50799">
              <a:srgbClr val="000000">
                <a:alpha val="50196"/>
              </a:srgbClr>
            </a:outerShdw>
          </a:effectLst>
        </p:spPr>
      </p:pic>
      <p:pic>
        <p:nvPicPr>
          <p:cNvPr descr="Screenshot 2025-11-07 at 11.41.58 AM.pngGoogle Shape;415;p26" id="436" name="Google Shape;436;p56"/>
          <p:cNvPicPr preferRelativeResize="0"/>
          <p:nvPr/>
        </p:nvPicPr>
        <p:blipFill rotWithShape="1">
          <a:blip r:embed="rId16">
            <a:alphaModFix/>
          </a:blip>
          <a:srcRect b="0" l="13808" r="0" t="0"/>
          <a:stretch/>
        </p:blipFill>
        <p:spPr>
          <a:xfrm>
            <a:off x="8350806" y="3274590"/>
            <a:ext cx="3279682" cy="2227468"/>
          </a:xfrm>
          <a:prstGeom prst="rect">
            <a:avLst/>
          </a:prstGeom>
          <a:noFill/>
          <a:ln cap="flat" cmpd="sng" w="12700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84665" rotWithShape="0" dir="2700000" dist="50799">
              <a:srgbClr val="000000">
                <a:alpha val="50196"/>
              </a:srgbClr>
            </a:outerShdw>
          </a:effectLst>
        </p:spPr>
      </p:pic>
      <p:pic>
        <p:nvPicPr>
          <p:cNvPr descr="nodered.pngGoogle Shape;416;p26" id="437" name="Google Shape;437;p56"/>
          <p:cNvPicPr preferRelativeResize="0"/>
          <p:nvPr/>
        </p:nvPicPr>
        <p:blipFill rotWithShape="1">
          <a:blip r:embed="rId17">
            <a:alphaModFix/>
          </a:blip>
          <a:srcRect b="0" l="13808" r="0" t="0"/>
          <a:stretch/>
        </p:blipFill>
        <p:spPr>
          <a:xfrm>
            <a:off x="8727647" y="4422637"/>
            <a:ext cx="3279674" cy="2148298"/>
          </a:xfrm>
          <a:prstGeom prst="rect">
            <a:avLst/>
          </a:prstGeom>
          <a:noFill/>
          <a:ln cap="flat" cmpd="sng" w="12700">
            <a:solidFill>
              <a:srgbClr val="190E42"/>
            </a:solidFill>
            <a:prstDash val="solid"/>
            <a:round/>
            <a:headEnd len="sm" w="sm" type="none"/>
            <a:tailEnd len="sm" w="sm" type="none"/>
          </a:ln>
          <a:effectLst>
            <a:outerShdw blurRad="84665" rotWithShape="0" dir="2700000" dist="50799">
              <a:srgbClr val="000000">
                <a:alpha val="50196"/>
              </a:srgbClr>
            </a:outerShdw>
          </a:effectLst>
        </p:spPr>
      </p:pic>
      <p:sp>
        <p:nvSpPr>
          <p:cNvPr id="438" name="Google Shape;438;p56"/>
          <p:cNvSpPr txBox="1"/>
          <p:nvPr/>
        </p:nvSpPr>
        <p:spPr>
          <a:xfrm>
            <a:off x="1186737" y="4645038"/>
            <a:ext cx="5615660" cy="399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600"/>
              <a:buFont typeface="Montserrat SemiBold"/>
              <a:buNone/>
            </a:pPr>
            <a:r>
              <a:rPr b="0" i="0" lang="en" sz="1600" u="none" cap="none" strike="noStrike">
                <a:solidFill>
                  <a:srgbClr val="FAF9F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Root-cause, discovery defects, &amp; continually improve</a:t>
            </a:r>
            <a:endParaRPr/>
          </a:p>
        </p:txBody>
      </p:sp>
      <p:sp>
        <p:nvSpPr>
          <p:cNvPr id="439" name="Google Shape;439;p56"/>
          <p:cNvSpPr txBox="1"/>
          <p:nvPr>
            <p:ph idx="6" type="body"/>
          </p:nvPr>
        </p:nvSpPr>
        <p:spPr>
          <a:xfrm>
            <a:off x="1064839" y="4845208"/>
            <a:ext cx="5429865" cy="667183"/>
          </a:xfrm>
          <a:prstGeom prst="rect">
            <a:avLst/>
          </a:prstGeom>
          <a:noFill/>
          <a:ln>
            <a:noFill/>
          </a:ln>
        </p:spPr>
        <p:txBody>
          <a:bodyPr anchorCtr="0" anchor="t" bIns="147430" lIns="147430" spcFirstLastPara="1" rIns="147430" wrap="square" tIns="14743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9FE"/>
              </a:buClr>
              <a:buSzPts val="1200"/>
              <a:buFont typeface="Montserrat"/>
              <a:buNone/>
            </a:pPr>
            <a:r>
              <a:rPr i="1" lang="en" sz="1200"/>
              <a:t>Use our proprietary haystack tool to easily surface outliers &amp; new defect modes, and retrain models using real production data</a:t>
            </a:r>
            <a:endParaRPr/>
          </a:p>
        </p:txBody>
      </p:sp>
      <p:pic>
        <p:nvPicPr>
          <p:cNvPr descr="Google Shape;419;p26" id="440" name="Google Shape;440;p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4461" y="2458482"/>
            <a:ext cx="615437" cy="615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420;p26" id="441" name="Google Shape;441;p5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44461" y="3547790"/>
            <a:ext cx="615437" cy="61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