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4">
  <p:cSld name="CUSTOM_24">
    <p:bg>
      <p:bgPr>
        <a:solidFill>
          <a:schemeClr val="accent2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/>
          <p:nvPr>
            <p:ph idx="1" type="body"/>
          </p:nvPr>
        </p:nvSpPr>
        <p:spPr>
          <a:xfrm>
            <a:off x="557234" y="3550890"/>
            <a:ext cx="1783155" cy="52118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0" name="Google Shape;90;p17"/>
          <p:cNvSpPr txBox="1"/>
          <p:nvPr>
            <p:ph idx="2" type="body"/>
          </p:nvPr>
        </p:nvSpPr>
        <p:spPr>
          <a:xfrm>
            <a:off x="557067" y="4250340"/>
            <a:ext cx="1783155" cy="1569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1" name="Google Shape;91;p17"/>
          <p:cNvSpPr txBox="1"/>
          <p:nvPr>
            <p:ph idx="3" type="body"/>
          </p:nvPr>
        </p:nvSpPr>
        <p:spPr>
          <a:xfrm>
            <a:off x="2889694" y="4250340"/>
            <a:ext cx="1783155" cy="156916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2" name="Google Shape;92;p17"/>
          <p:cNvSpPr txBox="1"/>
          <p:nvPr>
            <p:ph idx="4" type="body"/>
          </p:nvPr>
        </p:nvSpPr>
        <p:spPr>
          <a:xfrm>
            <a:off x="5204270" y="4250340"/>
            <a:ext cx="1783155" cy="156916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5" type="body"/>
          </p:nvPr>
        </p:nvSpPr>
        <p:spPr>
          <a:xfrm>
            <a:off x="7531310" y="4250340"/>
            <a:ext cx="1783157" cy="156916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6" type="body"/>
          </p:nvPr>
        </p:nvSpPr>
        <p:spPr>
          <a:xfrm>
            <a:off x="9846808" y="4250340"/>
            <a:ext cx="1783155" cy="156916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5" name="Google Shape;95;p17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2.pngGoogle Shape;37;p4" id="96" name="Google Shape;96;p17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7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 type="tx">
  <p:cSld name="TITLE_AND_BODY">
    <p:bg>
      <p:bgPr>
        <a:solidFill>
          <a:srgbClr val="49369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56" name="Google Shape;56;p14"/>
          <p:cNvSpPr/>
          <p:nvPr/>
        </p:nvSpPr>
        <p:spPr>
          <a:xfrm>
            <a:off x="6108981" y="0"/>
            <a:ext cx="6082649" cy="6857828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1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4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58" name="Google Shape;58;p14"/>
          <p:cNvCxnSpPr/>
          <p:nvPr/>
        </p:nvCxnSpPr>
        <p:spPr>
          <a:xfrm rot="10800000">
            <a:off x="6113894" y="177022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" name="Google Shape;59;p14"/>
          <p:cNvCxnSpPr/>
          <p:nvPr/>
        </p:nvCxnSpPr>
        <p:spPr>
          <a:xfrm rot="10800000">
            <a:off x="6113894" y="2419557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" name="Google Shape;60;p14"/>
          <p:cNvCxnSpPr/>
          <p:nvPr/>
        </p:nvCxnSpPr>
        <p:spPr>
          <a:xfrm rot="10800000">
            <a:off x="6113894" y="3068961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1" name="Google Shape;61;p14"/>
          <p:cNvCxnSpPr/>
          <p:nvPr/>
        </p:nvCxnSpPr>
        <p:spPr>
          <a:xfrm rot="10800000">
            <a:off x="6113894" y="3718360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" name="Google Shape;62;p14"/>
          <p:cNvCxnSpPr/>
          <p:nvPr/>
        </p:nvCxnSpPr>
        <p:spPr>
          <a:xfrm rot="10800000">
            <a:off x="6113894" y="4367765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" name="Google Shape;63;p14"/>
          <p:cNvCxnSpPr/>
          <p:nvPr/>
        </p:nvCxnSpPr>
        <p:spPr>
          <a:xfrm rot="10800000">
            <a:off x="6113894" y="5017097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" name="Google Shape;64;p14"/>
          <p:cNvCxnSpPr/>
          <p:nvPr/>
        </p:nvCxnSpPr>
        <p:spPr>
          <a:xfrm rot="10800000">
            <a:off x="6113894" y="566650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" name="Google Shape;65;p14"/>
          <p:cNvCxnSpPr/>
          <p:nvPr/>
        </p:nvCxnSpPr>
        <p:spPr>
          <a:xfrm rot="10800000">
            <a:off x="6113894" y="631580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" name="Google Shape;66;p14"/>
          <p:cNvCxnSpPr/>
          <p:nvPr/>
        </p:nvCxnSpPr>
        <p:spPr>
          <a:xfrm rot="10800000">
            <a:off x="6113894" y="471415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" name="Google Shape;67;p14"/>
          <p:cNvCxnSpPr/>
          <p:nvPr/>
        </p:nvCxnSpPr>
        <p:spPr>
          <a:xfrm rot="10800000">
            <a:off x="6113894" y="1120819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" name="Google Shape;68;p14"/>
          <p:cNvGrpSpPr/>
          <p:nvPr/>
        </p:nvGrpSpPr>
        <p:grpSpPr>
          <a:xfrm>
            <a:off x="6115350" y="-136"/>
            <a:ext cx="5783159" cy="6857896"/>
            <a:chOff x="-1" y="0"/>
            <a:chExt cx="5783158" cy="6857894"/>
          </a:xfrm>
        </p:grpSpPr>
        <p:cxnSp>
          <p:nvCxnSpPr>
            <p:cNvPr id="69" name="Google Shape;69;p14"/>
            <p:cNvCxnSpPr/>
            <p:nvPr/>
          </p:nvCxnSpPr>
          <p:spPr>
            <a:xfrm flipH="1">
              <a:off x="-1" y="0"/>
              <a:ext cx="3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0" name="Google Shape;70;p14"/>
            <p:cNvCxnSpPr/>
            <p:nvPr/>
          </p:nvCxnSpPr>
          <p:spPr>
            <a:xfrm flipH="1">
              <a:off x="64253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1" name="Google Shape;71;p14"/>
            <p:cNvCxnSpPr/>
            <p:nvPr/>
          </p:nvCxnSpPr>
          <p:spPr>
            <a:xfrm flipH="1">
              <a:off x="128507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2" name="Google Shape;72;p14"/>
            <p:cNvCxnSpPr/>
            <p:nvPr/>
          </p:nvCxnSpPr>
          <p:spPr>
            <a:xfrm flipH="1">
              <a:off x="1927610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3" name="Google Shape;73;p14"/>
            <p:cNvCxnSpPr/>
            <p:nvPr/>
          </p:nvCxnSpPr>
          <p:spPr>
            <a:xfrm flipH="1">
              <a:off x="257014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4" name="Google Shape;74;p14"/>
            <p:cNvCxnSpPr/>
            <p:nvPr/>
          </p:nvCxnSpPr>
          <p:spPr>
            <a:xfrm flipH="1">
              <a:off x="3212684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5" name="Google Shape;75;p14"/>
            <p:cNvCxnSpPr/>
            <p:nvPr/>
          </p:nvCxnSpPr>
          <p:spPr>
            <a:xfrm flipH="1">
              <a:off x="3855328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6" name="Google Shape;76;p14"/>
            <p:cNvCxnSpPr/>
            <p:nvPr/>
          </p:nvCxnSpPr>
          <p:spPr>
            <a:xfrm flipH="1">
              <a:off x="449786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7" name="Google Shape;77;p14"/>
            <p:cNvCxnSpPr/>
            <p:nvPr/>
          </p:nvCxnSpPr>
          <p:spPr>
            <a:xfrm flipH="1">
              <a:off x="5140522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8" name="Google Shape;78;p14"/>
            <p:cNvCxnSpPr/>
            <p:nvPr/>
          </p:nvCxnSpPr>
          <p:spPr>
            <a:xfrm flipH="1">
              <a:off x="5783155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79" name="Google Shape;79;p14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1">
  <p:cSld name="CUSTOM_11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3"/>
          <p:cNvSpPr/>
          <p:nvPr>
            <p:ph idx="2" type="pic"/>
          </p:nvPr>
        </p:nvSpPr>
        <p:spPr>
          <a:xfrm>
            <a:off x="369989" y="979441"/>
            <a:ext cx="1845155" cy="2213546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23"/>
          <p:cNvSpPr/>
          <p:nvPr>
            <p:ph idx="3" type="pic"/>
          </p:nvPr>
        </p:nvSpPr>
        <p:spPr>
          <a:xfrm>
            <a:off x="369989" y="3361481"/>
            <a:ext cx="1845155" cy="2505540"/>
          </a:xfrm>
          <a:prstGeom prst="rect">
            <a:avLst/>
          </a:prstGeom>
          <a:noFill/>
          <a:ln>
            <a:noFill/>
          </a:ln>
        </p:spPr>
      </p:sp>
      <p:sp>
        <p:nvSpPr>
          <p:cNvPr id="180" name="Google Shape;180;p23"/>
          <p:cNvSpPr/>
          <p:nvPr>
            <p:ph idx="4" type="pic"/>
          </p:nvPr>
        </p:nvSpPr>
        <p:spPr>
          <a:xfrm>
            <a:off x="2490115" y="1134505"/>
            <a:ext cx="3452315" cy="4577485"/>
          </a:xfrm>
          <a:prstGeom prst="rect">
            <a:avLst/>
          </a:prstGeom>
          <a:noFill/>
          <a:ln>
            <a:noFill/>
          </a:ln>
        </p:spPr>
      </p:sp>
      <p:sp>
        <p:nvSpPr>
          <p:cNvPr id="181" name="Google Shape;181;p23"/>
          <p:cNvSpPr txBox="1"/>
          <p:nvPr>
            <p:ph type="title"/>
          </p:nvPr>
        </p:nvSpPr>
        <p:spPr>
          <a:xfrm>
            <a:off x="7704039" y="2400939"/>
            <a:ext cx="3760707" cy="136476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ontserrat"/>
              <a:buNone/>
              <a:defRPr b="1"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82" name="Google Shape;182;p23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25;p10" id="183" name="Google Shape;183;p23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3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">
  <p:cSld name="CUSTOM_12">
    <p:bg>
      <p:bgPr>
        <a:solidFill>
          <a:schemeClr val="accent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4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87" name="Google Shape;187;p24"/>
          <p:cNvSpPr txBox="1"/>
          <p:nvPr>
            <p:ph idx="1" type="body"/>
          </p:nvPr>
        </p:nvSpPr>
        <p:spPr>
          <a:xfrm>
            <a:off x="6095847" y="3428914"/>
            <a:ext cx="4779882" cy="1463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■"/>
              <a:defRPr>
                <a:solidFill>
                  <a:srgbClr val="493691"/>
                </a:solidFill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88" name="Google Shape;188;p24"/>
          <p:cNvSpPr txBox="1"/>
          <p:nvPr>
            <p:ph idx="2" type="body"/>
          </p:nvPr>
        </p:nvSpPr>
        <p:spPr>
          <a:xfrm>
            <a:off x="369989" y="3428902"/>
            <a:ext cx="4779883" cy="1463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32;p11" id="189" name="Google Shape;189;p24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4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_1">
  <p:cSld name="CUSTOM_12_1">
    <p:bg>
      <p:bgPr>
        <a:solidFill>
          <a:schemeClr val="accent2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5"/>
          <p:cNvSpPr txBox="1"/>
          <p:nvPr>
            <p:ph type="title"/>
          </p:nvPr>
        </p:nvSpPr>
        <p:spPr>
          <a:xfrm>
            <a:off x="369989" y="554985"/>
            <a:ext cx="4841082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93" name="Google Shape;193;p25"/>
          <p:cNvSpPr txBox="1"/>
          <p:nvPr>
            <p:ph idx="1" type="body"/>
          </p:nvPr>
        </p:nvSpPr>
        <p:spPr>
          <a:xfrm>
            <a:off x="6452739" y="1120571"/>
            <a:ext cx="5011876" cy="9923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857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857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857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857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857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40;p12" id="194" name="Google Shape;194;p25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eck.pngGoogle Shape;141;p12" id="195" name="Google Shape;19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813845"/>
            <a:ext cx="255995" cy="255996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5"/>
          <p:cNvSpPr txBox="1"/>
          <p:nvPr>
            <p:ph idx="2" type="body"/>
          </p:nvPr>
        </p:nvSpPr>
        <p:spPr>
          <a:xfrm>
            <a:off x="6452739" y="2461070"/>
            <a:ext cx="5011876" cy="9923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4;p12" id="197" name="Google Shape;19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2154346"/>
            <a:ext cx="255995" cy="255995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5"/>
          <p:cNvSpPr txBox="1"/>
          <p:nvPr>
            <p:ph idx="3" type="body"/>
          </p:nvPr>
        </p:nvSpPr>
        <p:spPr>
          <a:xfrm>
            <a:off x="6452739" y="3801570"/>
            <a:ext cx="5011876" cy="9923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7;p12" id="199" name="Google Shape;19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3494846"/>
            <a:ext cx="255995" cy="255995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5"/>
          <p:cNvSpPr txBox="1"/>
          <p:nvPr>
            <p:ph idx="4" type="body"/>
          </p:nvPr>
        </p:nvSpPr>
        <p:spPr>
          <a:xfrm>
            <a:off x="6452739" y="5153004"/>
            <a:ext cx="5011876" cy="9923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50;p12" id="201" name="Google Shape;20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4846277"/>
            <a:ext cx="255995" cy="25599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2" name="Google Shape;202;p25"/>
          <p:cNvCxnSpPr/>
          <p:nvPr/>
        </p:nvCxnSpPr>
        <p:spPr>
          <a:xfrm flipH="1">
            <a:off x="5703924" y="383190"/>
            <a:ext cx="1" cy="6097849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" name="Google Shape;203;p25"/>
          <p:cNvSpPr txBox="1"/>
          <p:nvPr>
            <p:ph idx="5" type="body"/>
          </p:nvPr>
        </p:nvSpPr>
        <p:spPr>
          <a:xfrm>
            <a:off x="369989" y="1415785"/>
            <a:ext cx="4571488" cy="268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04" name="Google Shape;204;p25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3">
  <p:cSld name="CUSTOM_13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6"/>
          <p:cNvSpPr txBox="1"/>
          <p:nvPr/>
        </p:nvSpPr>
        <p:spPr>
          <a:xfrm>
            <a:off x="369989" y="2579837"/>
            <a:ext cx="1106775" cy="1530696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07" name="Google Shape;207;p26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08" name="Google Shape;208;p26"/>
          <p:cNvSpPr txBox="1"/>
          <p:nvPr>
            <p:ph idx="1" type="body"/>
          </p:nvPr>
        </p:nvSpPr>
        <p:spPr>
          <a:xfrm>
            <a:off x="726948" y="4963874"/>
            <a:ext cx="4733882" cy="142236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09" name="Google Shape;209;p26"/>
          <p:cNvSpPr txBox="1"/>
          <p:nvPr>
            <p:ph idx="2" type="body"/>
          </p:nvPr>
        </p:nvSpPr>
        <p:spPr>
          <a:xfrm>
            <a:off x="726948" y="3087021"/>
            <a:ext cx="4733883" cy="1463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10" name="Google Shape;210;p26"/>
          <p:cNvSpPr txBox="1"/>
          <p:nvPr/>
        </p:nvSpPr>
        <p:spPr>
          <a:xfrm>
            <a:off x="5745580" y="2579837"/>
            <a:ext cx="1106774" cy="1530696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11" name="Google Shape;211;p26"/>
          <p:cNvSpPr txBox="1"/>
          <p:nvPr>
            <p:ph idx="3" type="body"/>
          </p:nvPr>
        </p:nvSpPr>
        <p:spPr>
          <a:xfrm>
            <a:off x="6102537" y="3087021"/>
            <a:ext cx="4733883" cy="1463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4;p13" id="212" name="Google Shape;212;p26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6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5">
  <p:cSld name="CUSTOM_15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7"/>
          <p:cNvSpPr txBox="1"/>
          <p:nvPr>
            <p:ph type="title"/>
          </p:nvPr>
        </p:nvSpPr>
        <p:spPr>
          <a:xfrm>
            <a:off x="7095722" y="674783"/>
            <a:ext cx="4725883" cy="7723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67"/>
              <a:buFont typeface="Montserrat SemiBold"/>
              <a:buNone/>
              <a:defRPr sz="2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16" name="Google Shape;216;p27"/>
          <p:cNvSpPr/>
          <p:nvPr>
            <p:ph idx="2" type="pic"/>
          </p:nvPr>
        </p:nvSpPr>
        <p:spPr>
          <a:xfrm>
            <a:off x="6095847" y="702416"/>
            <a:ext cx="5369066" cy="5777455"/>
          </a:xfrm>
          <a:prstGeom prst="rect">
            <a:avLst/>
          </a:prstGeom>
          <a:noFill/>
          <a:ln>
            <a:noFill/>
          </a:ln>
        </p:spPr>
      </p:sp>
      <p:sp>
        <p:nvSpPr>
          <p:cNvPr id="217" name="Google Shape;217;p27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9;p14" id="218" name="Google Shape;218;p27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7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7_1">
  <p:cSld name="CUSTOM_17_1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8"/>
          <p:cNvSpPr txBox="1"/>
          <p:nvPr>
            <p:ph idx="1" type="body"/>
          </p:nvPr>
        </p:nvSpPr>
        <p:spPr>
          <a:xfrm>
            <a:off x="369989" y="4432758"/>
            <a:ext cx="2345543" cy="386792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2" name="Google Shape;222;p28"/>
          <p:cNvSpPr/>
          <p:nvPr>
            <p:ph idx="2" type="pic"/>
          </p:nvPr>
        </p:nvSpPr>
        <p:spPr>
          <a:xfrm>
            <a:off x="385456" y="1782329"/>
            <a:ext cx="2334744" cy="2363940"/>
          </a:xfrm>
          <a:prstGeom prst="rect">
            <a:avLst/>
          </a:prstGeom>
          <a:noFill/>
          <a:ln>
            <a:noFill/>
          </a:ln>
        </p:spPr>
      </p:sp>
      <p:sp>
        <p:nvSpPr>
          <p:cNvPr id="223" name="Google Shape;223;p28"/>
          <p:cNvSpPr/>
          <p:nvPr>
            <p:ph idx="3" type="pic"/>
          </p:nvPr>
        </p:nvSpPr>
        <p:spPr>
          <a:xfrm>
            <a:off x="2890178" y="1782329"/>
            <a:ext cx="2334743" cy="2363940"/>
          </a:xfrm>
          <a:prstGeom prst="rect">
            <a:avLst/>
          </a:prstGeom>
          <a:noFill/>
          <a:ln>
            <a:noFill/>
          </a:ln>
        </p:spPr>
      </p:sp>
      <p:sp>
        <p:nvSpPr>
          <p:cNvPr id="224" name="Google Shape;224;p28"/>
          <p:cNvSpPr/>
          <p:nvPr>
            <p:ph idx="4" type="pic"/>
          </p:nvPr>
        </p:nvSpPr>
        <p:spPr>
          <a:xfrm>
            <a:off x="5394898" y="1782329"/>
            <a:ext cx="2334743" cy="2363940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28"/>
          <p:cNvSpPr/>
          <p:nvPr>
            <p:ph idx="5" type="pic"/>
          </p:nvPr>
        </p:nvSpPr>
        <p:spPr>
          <a:xfrm>
            <a:off x="7883420" y="1782329"/>
            <a:ext cx="2334743" cy="2363940"/>
          </a:xfrm>
          <a:prstGeom prst="rect">
            <a:avLst/>
          </a:prstGeom>
          <a:noFill/>
          <a:ln>
            <a:noFill/>
          </a:ln>
        </p:spPr>
      </p:sp>
      <p:sp>
        <p:nvSpPr>
          <p:cNvPr id="226" name="Google Shape;226;p28"/>
          <p:cNvSpPr txBox="1"/>
          <p:nvPr>
            <p:ph idx="6" type="body"/>
          </p:nvPr>
        </p:nvSpPr>
        <p:spPr>
          <a:xfrm>
            <a:off x="369989" y="4880001"/>
            <a:ext cx="2345543" cy="664785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7" name="Google Shape;227;p28"/>
          <p:cNvSpPr txBox="1"/>
          <p:nvPr>
            <p:ph idx="7" type="body"/>
          </p:nvPr>
        </p:nvSpPr>
        <p:spPr>
          <a:xfrm>
            <a:off x="2884778" y="4880001"/>
            <a:ext cx="2345543" cy="664785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8" name="Google Shape;228;p28"/>
          <p:cNvSpPr txBox="1"/>
          <p:nvPr>
            <p:ph idx="8" type="body"/>
          </p:nvPr>
        </p:nvSpPr>
        <p:spPr>
          <a:xfrm>
            <a:off x="5399566" y="4880001"/>
            <a:ext cx="2345543" cy="664785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9" name="Google Shape;229;p28"/>
          <p:cNvSpPr txBox="1"/>
          <p:nvPr>
            <p:ph idx="9" type="body"/>
          </p:nvPr>
        </p:nvSpPr>
        <p:spPr>
          <a:xfrm>
            <a:off x="7866621" y="4880001"/>
            <a:ext cx="2345543" cy="664785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0" name="Google Shape;230;p28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87;p15" id="231" name="Google Shape;231;p28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8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9"/>
          <p:cNvSpPr/>
          <p:nvPr>
            <p:ph idx="2" type="pic"/>
          </p:nvPr>
        </p:nvSpPr>
        <p:spPr>
          <a:xfrm>
            <a:off x="369989" y="1560526"/>
            <a:ext cx="11451715" cy="4919478"/>
          </a:xfrm>
          <a:prstGeom prst="rect">
            <a:avLst/>
          </a:prstGeom>
          <a:noFill/>
          <a:ln>
            <a:noFill/>
          </a:ln>
        </p:spPr>
      </p:sp>
      <p:sp>
        <p:nvSpPr>
          <p:cNvPr id="235" name="Google Shape;235;p29"/>
          <p:cNvSpPr txBox="1"/>
          <p:nvPr>
            <p:ph type="title"/>
          </p:nvPr>
        </p:nvSpPr>
        <p:spPr>
          <a:xfrm>
            <a:off x="726948" y="369989"/>
            <a:ext cx="10737731" cy="7959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36" name="Google Shape;236;p29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_1">
  <p:cSld name="CUSTOM_21_1_1_1_1">
    <p:bg>
      <p:bgPr>
        <a:solidFill>
          <a:srgbClr val="493691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0"/>
          <p:cNvSpPr/>
          <p:nvPr/>
        </p:nvSpPr>
        <p:spPr>
          <a:xfrm>
            <a:off x="218060" y="205262"/>
            <a:ext cx="11737708" cy="6426639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30"/>
          <p:cNvSpPr txBox="1"/>
          <p:nvPr>
            <p:ph type="title"/>
          </p:nvPr>
        </p:nvSpPr>
        <p:spPr>
          <a:xfrm>
            <a:off x="609585" y="544516"/>
            <a:ext cx="10855328" cy="692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40" name="Google Shape;240;p30"/>
          <p:cNvSpPr/>
          <p:nvPr/>
        </p:nvSpPr>
        <p:spPr>
          <a:xfrm>
            <a:off x="10110579" y="6325275"/>
            <a:ext cx="2081149" cy="532788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0"/>
          <p:cNvSpPr txBox="1"/>
          <p:nvPr>
            <p:ph idx="1" type="body"/>
          </p:nvPr>
        </p:nvSpPr>
        <p:spPr>
          <a:xfrm>
            <a:off x="609585" y="1237034"/>
            <a:ext cx="5110273" cy="255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42" name="Google Shape;242;p30"/>
          <p:cNvPicPr preferRelativeResize="0"/>
          <p:nvPr/>
        </p:nvPicPr>
        <p:blipFill rotWithShape="1">
          <a:blip r:embed="rId2">
            <a:alphaModFix/>
          </a:blip>
          <a:srcRect b="0" l="17014" r="0" t="0"/>
          <a:stretch/>
        </p:blipFill>
        <p:spPr>
          <a:xfrm>
            <a:off x="10348829" y="6426454"/>
            <a:ext cx="1136556" cy="255982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0"/>
          <p:cNvSpPr txBox="1"/>
          <p:nvPr>
            <p:ph idx="2" type="body"/>
          </p:nvPr>
        </p:nvSpPr>
        <p:spPr>
          <a:xfrm>
            <a:off x="609585" y="2203010"/>
            <a:ext cx="5486663" cy="263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44" name="Google Shape;244;p30"/>
          <p:cNvSpPr txBox="1"/>
          <p:nvPr>
            <p:ph idx="12" type="sldNum"/>
          </p:nvPr>
        </p:nvSpPr>
        <p:spPr>
          <a:xfrm>
            <a:off x="11767890" y="6471821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erence A">
  <p:cSld name="Conference A">
    <p:bg>
      <p:bgPr>
        <a:solidFill>
          <a:srgbClr val="493691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/>
          <p:cNvSpPr/>
          <p:nvPr/>
        </p:nvSpPr>
        <p:spPr>
          <a:xfrm>
            <a:off x="218061" y="205262"/>
            <a:ext cx="11737708" cy="6426641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45699" lIns="45699" spcFirstLastPara="1" rIns="45699" wrap="square" tIns="45699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1"/>
          <p:cNvSpPr txBox="1"/>
          <p:nvPr>
            <p:ph type="title"/>
          </p:nvPr>
        </p:nvSpPr>
        <p:spPr>
          <a:xfrm>
            <a:off x="609585" y="544514"/>
            <a:ext cx="10855328" cy="692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48" name="Google Shape;248;p31"/>
          <p:cNvSpPr/>
          <p:nvPr/>
        </p:nvSpPr>
        <p:spPr>
          <a:xfrm>
            <a:off x="10110579" y="6325274"/>
            <a:ext cx="2081149" cy="532788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45699" lIns="45699" spcFirstLastPara="1" rIns="45699" wrap="square" tIns="45699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31"/>
          <p:cNvSpPr txBox="1"/>
          <p:nvPr>
            <p:ph idx="1" type="body"/>
          </p:nvPr>
        </p:nvSpPr>
        <p:spPr>
          <a:xfrm>
            <a:off x="609585" y="1237036"/>
            <a:ext cx="5110273" cy="255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50" name="Google Shape;250;p31"/>
          <p:cNvPicPr preferRelativeResize="0"/>
          <p:nvPr/>
        </p:nvPicPr>
        <p:blipFill rotWithShape="1">
          <a:blip r:embed="rId2">
            <a:alphaModFix/>
          </a:blip>
          <a:srcRect b="0" l="17013" r="0" t="0"/>
          <a:stretch/>
        </p:blipFill>
        <p:spPr>
          <a:xfrm>
            <a:off x="10348828" y="6426455"/>
            <a:ext cx="1136569" cy="25598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1"/>
          <p:cNvSpPr txBox="1"/>
          <p:nvPr>
            <p:ph idx="2" type="body"/>
          </p:nvPr>
        </p:nvSpPr>
        <p:spPr>
          <a:xfrm>
            <a:off x="609585" y="2203012"/>
            <a:ext cx="5486663" cy="2630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52" name="Google Shape;252;p31"/>
          <p:cNvSpPr txBox="1"/>
          <p:nvPr>
            <p:ph idx="12" type="sldNum"/>
          </p:nvPr>
        </p:nvSpPr>
        <p:spPr>
          <a:xfrm>
            <a:off x="11767890" y="6471821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798" lvl="0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798" lvl="1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798" lvl="2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798" lvl="3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798" lvl="4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798" lvl="5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798" lvl="6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798" lvl="7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798" lvl="8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798" lvl="0" marL="50798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rgbClr val="FFFFFF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2"/>
          <p:cNvSpPr txBox="1"/>
          <p:nvPr>
            <p:ph idx="12" type="sldNum"/>
          </p:nvPr>
        </p:nvSpPr>
        <p:spPr>
          <a:xfrm>
            <a:off x="11673899" y="6332976"/>
            <a:ext cx="466443" cy="453909"/>
          </a:xfrm>
          <a:prstGeom prst="rect">
            <a:avLst/>
          </a:prstGeom>
          <a:noFill/>
          <a:ln>
            <a:noFill/>
          </a:ln>
        </p:spPr>
        <p:txBody>
          <a:bodyPr anchorCtr="0" anchor="t" bIns="111731" lIns="111731" spcFirstLastPara="1" rIns="111731" wrap="square" tIns="111731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0" i="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">
  <p:cSld name="CUSTOM_21_1_1_1">
    <p:bg>
      <p:bgPr>
        <a:solidFill>
          <a:schemeClr val="accent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82" name="Google Shape;82;p15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83" name="Google Shape;83;p15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">
  <p:cSld name="BLANK_1_1_1">
    <p:bg>
      <p:bgPr>
        <a:solidFill>
          <a:srgbClr val="49369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/>
          <p:nvPr/>
        </p:nvSpPr>
        <p:spPr>
          <a:xfrm>
            <a:off x="375889" y="368323"/>
            <a:ext cx="11451715" cy="6131848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6"/>
          <p:cNvSpPr txBox="1"/>
          <p:nvPr>
            <p:ph type="title"/>
          </p:nvPr>
        </p:nvSpPr>
        <p:spPr>
          <a:xfrm>
            <a:off x="3464545" y="4657317"/>
            <a:ext cx="7980203" cy="1326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333"/>
              <a:buFont typeface="Montserrat SemiBold"/>
              <a:buNone/>
              <a:defRPr sz="5333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87" name="Google Shape;87;p16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>
  <p:cSld name="CUSTOM_25">
    <p:bg>
      <p:bgPr>
        <a:solidFill>
          <a:srgbClr val="49369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00" name="Google Shape;100;p18"/>
          <p:cNvSpPr/>
          <p:nvPr/>
        </p:nvSpPr>
        <p:spPr>
          <a:xfrm>
            <a:off x="6108981" y="0"/>
            <a:ext cx="6082649" cy="6857828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1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8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02" name="Google Shape;102;p18"/>
          <p:cNvCxnSpPr/>
          <p:nvPr/>
        </p:nvCxnSpPr>
        <p:spPr>
          <a:xfrm rot="10800000">
            <a:off x="6113894" y="177022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3" name="Google Shape;103;p18"/>
          <p:cNvCxnSpPr/>
          <p:nvPr/>
        </p:nvCxnSpPr>
        <p:spPr>
          <a:xfrm rot="10800000">
            <a:off x="6113894" y="2419557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4" name="Google Shape;104;p18"/>
          <p:cNvCxnSpPr/>
          <p:nvPr/>
        </p:nvCxnSpPr>
        <p:spPr>
          <a:xfrm rot="10800000">
            <a:off x="6113894" y="3068961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5" name="Google Shape;105;p18"/>
          <p:cNvCxnSpPr/>
          <p:nvPr/>
        </p:nvCxnSpPr>
        <p:spPr>
          <a:xfrm rot="10800000">
            <a:off x="6113894" y="3718360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6" name="Google Shape;106;p18"/>
          <p:cNvCxnSpPr/>
          <p:nvPr/>
        </p:nvCxnSpPr>
        <p:spPr>
          <a:xfrm rot="10800000">
            <a:off x="6113894" y="4367765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" name="Google Shape;107;p18"/>
          <p:cNvCxnSpPr/>
          <p:nvPr/>
        </p:nvCxnSpPr>
        <p:spPr>
          <a:xfrm rot="10800000">
            <a:off x="6113894" y="5017097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8" name="Google Shape;108;p18"/>
          <p:cNvCxnSpPr/>
          <p:nvPr/>
        </p:nvCxnSpPr>
        <p:spPr>
          <a:xfrm rot="10800000">
            <a:off x="6113894" y="566650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9" name="Google Shape;109;p18"/>
          <p:cNvCxnSpPr/>
          <p:nvPr/>
        </p:nvCxnSpPr>
        <p:spPr>
          <a:xfrm rot="10800000">
            <a:off x="6113894" y="631580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0" name="Google Shape;110;p18"/>
          <p:cNvCxnSpPr/>
          <p:nvPr/>
        </p:nvCxnSpPr>
        <p:spPr>
          <a:xfrm rot="10800000">
            <a:off x="6113894" y="471415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1" name="Google Shape;111;p18"/>
          <p:cNvCxnSpPr/>
          <p:nvPr/>
        </p:nvCxnSpPr>
        <p:spPr>
          <a:xfrm rot="10800000">
            <a:off x="6113894" y="1120819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12" name="Google Shape;112;p18"/>
          <p:cNvGrpSpPr/>
          <p:nvPr/>
        </p:nvGrpSpPr>
        <p:grpSpPr>
          <a:xfrm>
            <a:off x="6115350" y="-136"/>
            <a:ext cx="5783159" cy="6857896"/>
            <a:chOff x="-1" y="0"/>
            <a:chExt cx="5783158" cy="6857894"/>
          </a:xfrm>
        </p:grpSpPr>
        <p:cxnSp>
          <p:nvCxnSpPr>
            <p:cNvPr id="113" name="Google Shape;113;p18"/>
            <p:cNvCxnSpPr/>
            <p:nvPr/>
          </p:nvCxnSpPr>
          <p:spPr>
            <a:xfrm flipH="1">
              <a:off x="-1" y="0"/>
              <a:ext cx="3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4" name="Google Shape;114;p18"/>
            <p:cNvCxnSpPr/>
            <p:nvPr/>
          </p:nvCxnSpPr>
          <p:spPr>
            <a:xfrm flipH="1">
              <a:off x="64253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5" name="Google Shape;115;p18"/>
            <p:cNvCxnSpPr/>
            <p:nvPr/>
          </p:nvCxnSpPr>
          <p:spPr>
            <a:xfrm flipH="1">
              <a:off x="128507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6" name="Google Shape;116;p18"/>
            <p:cNvCxnSpPr/>
            <p:nvPr/>
          </p:nvCxnSpPr>
          <p:spPr>
            <a:xfrm flipH="1">
              <a:off x="1927610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7" name="Google Shape;117;p18"/>
            <p:cNvCxnSpPr/>
            <p:nvPr/>
          </p:nvCxnSpPr>
          <p:spPr>
            <a:xfrm flipH="1">
              <a:off x="257014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8" name="Google Shape;118;p18"/>
            <p:cNvCxnSpPr/>
            <p:nvPr/>
          </p:nvCxnSpPr>
          <p:spPr>
            <a:xfrm flipH="1">
              <a:off x="3212684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9" name="Google Shape;119;p18"/>
            <p:cNvCxnSpPr/>
            <p:nvPr/>
          </p:nvCxnSpPr>
          <p:spPr>
            <a:xfrm flipH="1">
              <a:off x="3855328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0" name="Google Shape;120;p18"/>
            <p:cNvCxnSpPr/>
            <p:nvPr/>
          </p:nvCxnSpPr>
          <p:spPr>
            <a:xfrm flipH="1">
              <a:off x="449786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1" name="Google Shape;121;p18"/>
            <p:cNvCxnSpPr/>
            <p:nvPr/>
          </p:nvCxnSpPr>
          <p:spPr>
            <a:xfrm flipH="1">
              <a:off x="5140522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2" name="Google Shape;122;p18"/>
            <p:cNvCxnSpPr/>
            <p:nvPr/>
          </p:nvCxnSpPr>
          <p:spPr>
            <a:xfrm flipH="1">
              <a:off x="5783155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23" name="Google Shape;123;p18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3" type="title">
  <p:cSld name="TITLE">
    <p:bg>
      <p:bgPr>
        <a:solidFill>
          <a:srgbClr val="49369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/>
          <p:nvPr/>
        </p:nvSpPr>
        <p:spPr>
          <a:xfrm rot="10800000">
            <a:off x="375889" y="368323"/>
            <a:ext cx="11451715" cy="6131848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9"/>
          <p:cNvSpPr txBox="1"/>
          <p:nvPr>
            <p:ph idx="1" type="body"/>
          </p:nvPr>
        </p:nvSpPr>
        <p:spPr>
          <a:xfrm>
            <a:off x="1094643" y="5230676"/>
            <a:ext cx="7812207" cy="6035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27" name="Google Shape;127;p19"/>
          <p:cNvCxnSpPr/>
          <p:nvPr/>
        </p:nvCxnSpPr>
        <p:spPr>
          <a:xfrm>
            <a:off x="734482" y="1056740"/>
            <a:ext cx="10736931" cy="1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8" name="Google Shape;128;p19"/>
          <p:cNvCxnSpPr/>
          <p:nvPr/>
        </p:nvCxnSpPr>
        <p:spPr>
          <a:xfrm>
            <a:off x="734482" y="6028883"/>
            <a:ext cx="10726530" cy="1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9" name="Google Shape;129;p19"/>
          <p:cNvSpPr txBox="1"/>
          <p:nvPr>
            <p:ph type="title"/>
          </p:nvPr>
        </p:nvSpPr>
        <p:spPr>
          <a:xfrm>
            <a:off x="1060672" y="2992532"/>
            <a:ext cx="8162197" cy="188075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6;p2" id="130" name="Google Shape;130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480" y="622178"/>
            <a:ext cx="1482766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9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">
  <p:cSld name="CUSTOM_21_1_1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34" name="Google Shape;134;p20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42;p5" id="135" name="Google Shape;135;p20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0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">
  <p:cSld name="BLANK_1_1_1_1_1_1">
    <p:bg>
      <p:bgPr>
        <a:solidFill>
          <a:srgbClr val="49369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38;p21"/>
          <p:cNvCxnSpPr/>
          <p:nvPr/>
        </p:nvCxnSpPr>
        <p:spPr>
          <a:xfrm rot="10800000">
            <a:off x="-25234" y="471426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21"/>
          <p:cNvCxnSpPr/>
          <p:nvPr/>
        </p:nvCxnSpPr>
        <p:spPr>
          <a:xfrm rot="10800000">
            <a:off x="-25234" y="1120828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0" name="Google Shape;140;p21"/>
          <p:cNvCxnSpPr/>
          <p:nvPr/>
        </p:nvCxnSpPr>
        <p:spPr>
          <a:xfrm rot="10800000">
            <a:off x="-25234" y="1770229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1" name="Google Shape;141;p21"/>
          <p:cNvCxnSpPr/>
          <p:nvPr/>
        </p:nvCxnSpPr>
        <p:spPr>
          <a:xfrm rot="10800000">
            <a:off x="-25234" y="2419561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2" name="Google Shape;142;p21"/>
          <p:cNvCxnSpPr/>
          <p:nvPr/>
        </p:nvCxnSpPr>
        <p:spPr>
          <a:xfrm rot="10800000">
            <a:off x="-25234" y="3068963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43" name="Google Shape;143;p21"/>
          <p:cNvGrpSpPr/>
          <p:nvPr/>
        </p:nvGrpSpPr>
        <p:grpSpPr>
          <a:xfrm>
            <a:off x="-4701" y="-136"/>
            <a:ext cx="12208637" cy="6857898"/>
            <a:chOff x="-1" y="0"/>
            <a:chExt cx="12208637" cy="6857895"/>
          </a:xfrm>
        </p:grpSpPr>
        <p:cxnSp>
          <p:nvCxnSpPr>
            <p:cNvPr id="144" name="Google Shape;144;p21"/>
            <p:cNvCxnSpPr/>
            <p:nvPr/>
          </p:nvCxnSpPr>
          <p:spPr>
            <a:xfrm flipH="1">
              <a:off x="64253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 flipH="1">
              <a:off x="128507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 flipH="1">
              <a:off x="1927610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7" name="Google Shape;147;p21"/>
            <p:cNvCxnSpPr/>
            <p:nvPr/>
          </p:nvCxnSpPr>
          <p:spPr>
            <a:xfrm flipH="1">
              <a:off x="257014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8" name="Google Shape;148;p21"/>
            <p:cNvCxnSpPr/>
            <p:nvPr/>
          </p:nvCxnSpPr>
          <p:spPr>
            <a:xfrm flipH="1">
              <a:off x="3212685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9" name="Google Shape;149;p21"/>
            <p:cNvCxnSpPr/>
            <p:nvPr/>
          </p:nvCxnSpPr>
          <p:spPr>
            <a:xfrm flipH="1">
              <a:off x="3855221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0" name="Google Shape;150;p21"/>
            <p:cNvCxnSpPr/>
            <p:nvPr/>
          </p:nvCxnSpPr>
          <p:spPr>
            <a:xfrm flipH="1">
              <a:off x="-1" y="0"/>
              <a:ext cx="3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1" name="Google Shape;151;p21"/>
            <p:cNvCxnSpPr/>
            <p:nvPr/>
          </p:nvCxnSpPr>
          <p:spPr>
            <a:xfrm flipH="1">
              <a:off x="4497758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2" name="Google Shape;152;p21"/>
            <p:cNvCxnSpPr/>
            <p:nvPr/>
          </p:nvCxnSpPr>
          <p:spPr>
            <a:xfrm flipH="1">
              <a:off x="5140295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3" name="Google Shape;153;p21"/>
            <p:cNvCxnSpPr/>
            <p:nvPr/>
          </p:nvCxnSpPr>
          <p:spPr>
            <a:xfrm flipH="1">
              <a:off x="5782831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4" name="Google Shape;154;p21"/>
            <p:cNvCxnSpPr/>
            <p:nvPr/>
          </p:nvCxnSpPr>
          <p:spPr>
            <a:xfrm flipH="1">
              <a:off x="6425369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5" name="Google Shape;155;p21"/>
            <p:cNvCxnSpPr/>
            <p:nvPr/>
          </p:nvCxnSpPr>
          <p:spPr>
            <a:xfrm flipH="1">
              <a:off x="706790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6" name="Google Shape;156;p21"/>
            <p:cNvCxnSpPr/>
            <p:nvPr/>
          </p:nvCxnSpPr>
          <p:spPr>
            <a:xfrm flipH="1">
              <a:off x="771044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7" name="Google Shape;157;p21"/>
            <p:cNvCxnSpPr/>
            <p:nvPr/>
          </p:nvCxnSpPr>
          <p:spPr>
            <a:xfrm flipH="1">
              <a:off x="8352979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8" name="Google Shape;158;p21"/>
            <p:cNvCxnSpPr/>
            <p:nvPr/>
          </p:nvCxnSpPr>
          <p:spPr>
            <a:xfrm flipH="1">
              <a:off x="899551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9" name="Google Shape;159;p21"/>
            <p:cNvCxnSpPr/>
            <p:nvPr/>
          </p:nvCxnSpPr>
          <p:spPr>
            <a:xfrm flipH="1">
              <a:off x="9638160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0" name="Google Shape;160;p21"/>
            <p:cNvCxnSpPr/>
            <p:nvPr/>
          </p:nvCxnSpPr>
          <p:spPr>
            <a:xfrm flipH="1">
              <a:off x="10280697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1" name="Google Shape;161;p21"/>
            <p:cNvCxnSpPr/>
            <p:nvPr/>
          </p:nvCxnSpPr>
          <p:spPr>
            <a:xfrm flipH="1">
              <a:off x="10923355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62" name="Google Shape;162;p21"/>
            <p:cNvGrpSpPr/>
            <p:nvPr/>
          </p:nvGrpSpPr>
          <p:grpSpPr>
            <a:xfrm>
              <a:off x="11565987" y="0"/>
              <a:ext cx="642649" cy="6857895"/>
              <a:chOff x="-1" y="0"/>
              <a:chExt cx="642647" cy="6857894"/>
            </a:xfrm>
          </p:grpSpPr>
          <p:cxnSp>
            <p:nvCxnSpPr>
              <p:cNvPr id="163" name="Google Shape;163;p21"/>
              <p:cNvCxnSpPr/>
              <p:nvPr/>
            </p:nvCxnSpPr>
            <p:spPr>
              <a:xfrm flipH="1">
                <a:off x="-1" y="0"/>
                <a:ext cx="3" cy="6857894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64" name="Google Shape;164;p21"/>
              <p:cNvCxnSpPr/>
              <p:nvPr/>
            </p:nvCxnSpPr>
            <p:spPr>
              <a:xfrm flipH="1">
                <a:off x="642644" y="0"/>
                <a:ext cx="1" cy="6857894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cxnSp>
        <p:nvCxnSpPr>
          <p:cNvPr id="165" name="Google Shape;165;p21"/>
          <p:cNvCxnSpPr/>
          <p:nvPr/>
        </p:nvCxnSpPr>
        <p:spPr>
          <a:xfrm rot="10800000">
            <a:off x="-25234" y="3718360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6" name="Google Shape;166;p21"/>
          <p:cNvCxnSpPr/>
          <p:nvPr/>
        </p:nvCxnSpPr>
        <p:spPr>
          <a:xfrm rot="10800000">
            <a:off x="-25234" y="4367764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7" name="Google Shape;167;p21"/>
          <p:cNvCxnSpPr/>
          <p:nvPr/>
        </p:nvCxnSpPr>
        <p:spPr>
          <a:xfrm rot="10800000">
            <a:off x="-25234" y="5017093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8" name="Google Shape;168;p21"/>
          <p:cNvCxnSpPr/>
          <p:nvPr/>
        </p:nvCxnSpPr>
        <p:spPr>
          <a:xfrm rot="10800000">
            <a:off x="-25234" y="5666496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" name="Google Shape;169;p21"/>
          <p:cNvCxnSpPr/>
          <p:nvPr/>
        </p:nvCxnSpPr>
        <p:spPr>
          <a:xfrm rot="10800000">
            <a:off x="-25234" y="6315793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" name="Google Shape;170;p21"/>
          <p:cNvSpPr txBox="1"/>
          <p:nvPr>
            <p:ph type="title"/>
          </p:nvPr>
        </p:nvSpPr>
        <p:spPr>
          <a:xfrm>
            <a:off x="1916919" y="1768556"/>
            <a:ext cx="8344993" cy="2597536"/>
          </a:xfrm>
          <a:prstGeom prst="rect">
            <a:avLst/>
          </a:prstGeom>
          <a:solidFill>
            <a:srgbClr val="493691"/>
          </a:solidFill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64" lIns="121864" spcFirstLastPara="1" rIns="121864" wrap="square" tIns="121864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71" name="Google Shape;171;p21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_1_1_1_1_1">
  <p:cSld name="BLANK_1_1_1_1_1_1_1_1_1_1_1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2"/>
          <p:cNvSpPr txBox="1"/>
          <p:nvPr>
            <p:ph idx="1" type="body"/>
          </p:nvPr>
        </p:nvSpPr>
        <p:spPr>
          <a:xfrm>
            <a:off x="6052947" y="2307264"/>
            <a:ext cx="5767457" cy="60358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74" name="Google Shape;174;p22"/>
          <p:cNvSpPr txBox="1"/>
          <p:nvPr>
            <p:ph type="title"/>
          </p:nvPr>
        </p:nvSpPr>
        <p:spPr>
          <a:xfrm>
            <a:off x="369989" y="1412865"/>
            <a:ext cx="5725858" cy="37379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15;p9" id="175" name="Google Shape;175;p22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2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23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726948" y="369989"/>
            <a:ext cx="10737731" cy="7959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09585" y="1600160"/>
            <a:ext cx="10972526" cy="5257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image" Target="../media/image7.png"/><Relationship Id="rId15" Type="http://schemas.openxmlformats.org/officeDocument/2006/relationships/image" Target="../media/image1.jpg"/><Relationship Id="rId16" Type="http://schemas.openxmlformats.org/officeDocument/2006/relationships/image" Target="../media/image2.jpg"/><Relationship Id="rId17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8" name="Google Shape;418;p56"/>
          <p:cNvGrpSpPr/>
          <p:nvPr/>
        </p:nvGrpSpPr>
        <p:grpSpPr>
          <a:xfrm>
            <a:off x="-20525" y="-10141"/>
            <a:ext cx="7048209" cy="6878111"/>
            <a:chOff x="0" y="0"/>
            <a:chExt cx="7048206" cy="6878108"/>
          </a:xfrm>
        </p:grpSpPr>
        <p:sp>
          <p:nvSpPr>
            <p:cNvPr id="419" name="Google Shape;419;p56"/>
            <p:cNvSpPr/>
            <p:nvPr/>
          </p:nvSpPr>
          <p:spPr>
            <a:xfrm>
              <a:off x="0" y="0"/>
              <a:ext cx="7048206" cy="6878108"/>
            </a:xfrm>
            <a:prstGeom prst="rect">
              <a:avLst/>
            </a:prstGeom>
            <a:solidFill>
              <a:srgbClr val="493691"/>
            </a:solidFill>
            <a:ln cap="flat" cmpd="sng" w="12700">
              <a:solidFill>
                <a:srgbClr val="E0DA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AF9FE"/>
                </a:buClr>
                <a:buSzPts val="1867"/>
                <a:buFont typeface="Montserrat"/>
                <a:buNone/>
              </a:pPr>
              <a:r>
                <a:t/>
              </a:r>
              <a:endParaRPr b="0" i="0" sz="1867" u="none" cap="none" strike="noStrike">
                <a:solidFill>
                  <a:srgbClr val="FAF9FE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" name="Google Shape;420;p56"/>
            <p:cNvSpPr txBox="1"/>
            <p:nvPr/>
          </p:nvSpPr>
          <p:spPr>
            <a:xfrm>
              <a:off x="6368" y="3172441"/>
              <a:ext cx="7035469" cy="5332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21864" lIns="121864" spcFirstLastPara="1" rIns="121864" wrap="square" tIns="121864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AF9FE"/>
                </a:buClr>
                <a:buSzPts val="1867"/>
                <a:buFont typeface="Montserrat"/>
                <a:buNone/>
              </a:pPr>
              <a:r>
                <a:rPr b="0" i="0" lang="en" sz="1867" u="none" cap="none" strike="noStrike">
                  <a:solidFill>
                    <a:srgbClr val="FAF9FE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/>
            </a:p>
          </p:txBody>
        </p:sp>
      </p:grpSp>
      <p:sp>
        <p:nvSpPr>
          <p:cNvPr id="421" name="Google Shape;421;p56"/>
          <p:cNvSpPr txBox="1"/>
          <p:nvPr>
            <p:ph type="title"/>
          </p:nvPr>
        </p:nvSpPr>
        <p:spPr>
          <a:xfrm>
            <a:off x="369991" y="198307"/>
            <a:ext cx="6418639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3733"/>
              <a:buFont typeface="Montserrat SemiBold"/>
              <a:buNone/>
            </a:pPr>
            <a:r>
              <a:rPr lang="en" sz="3733">
                <a:solidFill>
                  <a:srgbClr val="FAF9FE"/>
                </a:solidFill>
              </a:rPr>
              <a:t>5 factors make us unique</a:t>
            </a:r>
            <a:endParaRPr/>
          </a:p>
        </p:txBody>
      </p:sp>
      <p:sp>
        <p:nvSpPr>
          <p:cNvPr id="422" name="Google Shape;422;p56"/>
          <p:cNvSpPr txBox="1"/>
          <p:nvPr>
            <p:ph idx="1" type="body"/>
          </p:nvPr>
        </p:nvSpPr>
        <p:spPr>
          <a:xfrm>
            <a:off x="1182036" y="1369195"/>
            <a:ext cx="4415492" cy="3999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n" sz="1600">
                <a:solidFill>
                  <a:srgbClr val="FAF9FE"/>
                </a:solidFill>
              </a:rPr>
              <a:t>NVIDIA-Powered On-device training</a:t>
            </a:r>
            <a:endParaRPr/>
          </a:p>
        </p:txBody>
      </p:sp>
      <p:sp>
        <p:nvSpPr>
          <p:cNvPr id="423" name="Google Shape;423;p56"/>
          <p:cNvSpPr txBox="1"/>
          <p:nvPr>
            <p:ph idx="3" type="body"/>
          </p:nvPr>
        </p:nvSpPr>
        <p:spPr>
          <a:xfrm>
            <a:off x="1064839" y="1565719"/>
            <a:ext cx="5537063" cy="667183"/>
          </a:xfrm>
          <a:prstGeom prst="rect">
            <a:avLst/>
          </a:prstGeom>
          <a:noFill/>
          <a:ln>
            <a:noFill/>
          </a:ln>
        </p:spPr>
        <p:txBody>
          <a:bodyPr anchorCtr="0" anchor="t" bIns="147430" lIns="147430" spcFirstLastPara="1" rIns="147430" wrap="square" tIns="14743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200"/>
              <a:buFont typeface="Montserrat"/>
              <a:buNone/>
            </a:pPr>
            <a:r>
              <a:rPr i="1" lang="en" sz="1200"/>
              <a:t>Run </a:t>
            </a:r>
            <a:r>
              <a:rPr b="1" lang="en"/>
              <a:t>large AI models and retrain on the camera in minutes</a:t>
            </a:r>
            <a:r>
              <a:rPr i="1" lang="en" sz="1200"/>
              <a:t>, to get unmatched accuracy and performance on subtle defects</a:t>
            </a:r>
            <a:endParaRPr/>
          </a:p>
        </p:txBody>
      </p:sp>
      <p:sp>
        <p:nvSpPr>
          <p:cNvPr id="424" name="Google Shape;424;p56"/>
          <p:cNvSpPr txBox="1"/>
          <p:nvPr/>
        </p:nvSpPr>
        <p:spPr>
          <a:xfrm>
            <a:off x="1186736" y="2461142"/>
            <a:ext cx="4866481" cy="3999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600"/>
              <a:buFont typeface="Montserrat SemiBold"/>
              <a:buNone/>
            </a:pPr>
            <a:r>
              <a:rPr b="0" i="0" lang="en" sz="1600" u="none" cap="none" strike="noStrike">
                <a:solidFill>
                  <a:srgbClr val="FAF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Data-first with massive onboard storage</a:t>
            </a:r>
            <a:endParaRPr/>
          </a:p>
        </p:txBody>
      </p:sp>
      <p:sp>
        <p:nvSpPr>
          <p:cNvPr id="425" name="Google Shape;425;p56"/>
          <p:cNvSpPr txBox="1"/>
          <p:nvPr>
            <p:ph idx="4" type="body"/>
          </p:nvPr>
        </p:nvSpPr>
        <p:spPr>
          <a:xfrm>
            <a:off x="1064839" y="2658883"/>
            <a:ext cx="5429865" cy="667183"/>
          </a:xfrm>
          <a:prstGeom prst="rect">
            <a:avLst/>
          </a:prstGeom>
          <a:noFill/>
          <a:ln>
            <a:noFill/>
          </a:ln>
        </p:spPr>
        <p:txBody>
          <a:bodyPr anchorCtr="0" anchor="t" bIns="147430" lIns="147430" spcFirstLastPara="1" rIns="147430" wrap="square" tIns="14743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200"/>
              <a:buFont typeface="Montserrat"/>
              <a:buNone/>
            </a:pPr>
            <a:r>
              <a:rPr i="1" lang="en" sz="1200"/>
              <a:t>Labeling and training using JPEG for faster results and </a:t>
            </a:r>
            <a:r>
              <a:rPr b="1" lang="en"/>
              <a:t>storage for weeks worth of production data</a:t>
            </a:r>
            <a:r>
              <a:rPr i="1" lang="en" sz="1200"/>
              <a:t> (100k+ images)</a:t>
            </a:r>
            <a:endParaRPr/>
          </a:p>
        </p:txBody>
      </p:sp>
      <p:sp>
        <p:nvSpPr>
          <p:cNvPr id="426" name="Google Shape;426;p56"/>
          <p:cNvSpPr txBox="1"/>
          <p:nvPr>
            <p:ph idx="5" type="body"/>
          </p:nvPr>
        </p:nvSpPr>
        <p:spPr>
          <a:xfrm>
            <a:off x="1064839" y="3752045"/>
            <a:ext cx="5429865" cy="667183"/>
          </a:xfrm>
          <a:prstGeom prst="rect">
            <a:avLst/>
          </a:prstGeom>
          <a:noFill/>
          <a:ln>
            <a:noFill/>
          </a:ln>
        </p:spPr>
        <p:txBody>
          <a:bodyPr anchorCtr="0" anchor="t" bIns="147430" lIns="147430" spcFirstLastPara="1" rIns="147430" wrap="square" tIns="14743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200"/>
              <a:buFont typeface="Montserrat"/>
              <a:buNone/>
            </a:pPr>
            <a:r>
              <a:rPr i="1" lang="en" sz="1200"/>
              <a:t>Access every camera instantly through a </a:t>
            </a:r>
            <a:r>
              <a:rPr b="1" lang="en"/>
              <a:t>simple browser – no installs, no license keys, and no dedicated PC</a:t>
            </a:r>
            <a:r>
              <a:rPr i="1" lang="en" sz="1200"/>
              <a:t> required</a:t>
            </a:r>
            <a:endParaRPr/>
          </a:p>
        </p:txBody>
      </p:sp>
      <p:sp>
        <p:nvSpPr>
          <p:cNvPr id="427" name="Google Shape;427;p56"/>
          <p:cNvSpPr txBox="1"/>
          <p:nvPr/>
        </p:nvSpPr>
        <p:spPr>
          <a:xfrm>
            <a:off x="1186737" y="3553091"/>
            <a:ext cx="4406090" cy="3999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600"/>
              <a:buFont typeface="Montserrat SemiBold"/>
              <a:buNone/>
            </a:pPr>
            <a:r>
              <a:rPr b="0" i="0" lang="en" sz="1600" u="none" cap="none" strike="noStrike">
                <a:solidFill>
                  <a:srgbClr val="FAF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Modern, browser-native tech stack</a:t>
            </a:r>
            <a:endParaRPr/>
          </a:p>
        </p:txBody>
      </p:sp>
      <p:sp>
        <p:nvSpPr>
          <p:cNvPr id="428" name="Google Shape;428;p56"/>
          <p:cNvSpPr txBox="1"/>
          <p:nvPr/>
        </p:nvSpPr>
        <p:spPr>
          <a:xfrm>
            <a:off x="1186737" y="5736986"/>
            <a:ext cx="5615660" cy="3999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600"/>
              <a:buFont typeface="Montserrat SemiBold"/>
              <a:buNone/>
            </a:pPr>
            <a:r>
              <a:rPr b="0" i="0" lang="en" sz="1600" u="none" cap="none" strike="noStrike">
                <a:solidFill>
                  <a:srgbClr val="FAF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Fully open automation platform (Node-Red + APIs)</a:t>
            </a:r>
            <a:endParaRPr/>
          </a:p>
        </p:txBody>
      </p:sp>
      <p:sp>
        <p:nvSpPr>
          <p:cNvPr id="429" name="Google Shape;429;p56"/>
          <p:cNvSpPr txBox="1"/>
          <p:nvPr/>
        </p:nvSpPr>
        <p:spPr>
          <a:xfrm>
            <a:off x="1064840" y="5938371"/>
            <a:ext cx="5607460" cy="667183"/>
          </a:xfrm>
          <a:prstGeom prst="rect">
            <a:avLst/>
          </a:prstGeom>
          <a:noFill/>
          <a:ln>
            <a:noFill/>
          </a:ln>
        </p:spPr>
        <p:txBody>
          <a:bodyPr anchorCtr="0" anchor="t" bIns="147430" lIns="147430" spcFirstLastPara="1" rIns="147430" wrap="square" tIns="14743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200"/>
              <a:buFont typeface="Montserrat"/>
              <a:buNone/>
            </a:pPr>
            <a:r>
              <a:rPr b="0" i="1" lang="en" sz="1200" u="none" cap="none" strike="noStrike">
                <a:solidFill>
                  <a:srgbClr val="FAF9FE"/>
                </a:solidFill>
                <a:latin typeface="Montserrat"/>
                <a:ea typeface="Montserrat"/>
                <a:cs typeface="Montserrat"/>
                <a:sym typeface="Montserrat"/>
              </a:rPr>
              <a:t>Trigger, control, create dashboards, and </a:t>
            </a:r>
            <a:r>
              <a:rPr b="1" i="1" lang="en" sz="1200" u="none" cap="none" strike="noStrike">
                <a:solidFill>
                  <a:srgbClr val="FAF9FE"/>
                </a:solidFill>
                <a:latin typeface="Montserrat"/>
                <a:ea typeface="Montserrat"/>
                <a:cs typeface="Montserrat"/>
                <a:sym typeface="Montserrat"/>
              </a:rPr>
              <a:t>customize everything with APIs &amp; Node-RED</a:t>
            </a:r>
            <a:r>
              <a:rPr b="0" i="1" lang="en" sz="1200" u="none" cap="none" strike="noStrike">
                <a:solidFill>
                  <a:srgbClr val="FAF9FE"/>
                </a:solidFill>
                <a:latin typeface="Montserrat"/>
                <a:ea typeface="Montserrat"/>
                <a:cs typeface="Montserrat"/>
                <a:sym typeface="Montserrat"/>
              </a:rPr>
              <a:t>, enabling PLC-level logic directly on the camera</a:t>
            </a:r>
            <a:endParaRPr/>
          </a:p>
        </p:txBody>
      </p:sp>
      <p:pic>
        <p:nvPicPr>
          <p:cNvPr descr="Google Shape;409;p26" id="430" name="Google Shape;430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4461" y="4637097"/>
            <a:ext cx="615418" cy="61541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oogle Shape;410;p26" id="431" name="Google Shape;431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44461" y="1369195"/>
            <a:ext cx="615418" cy="61541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oogle Shape;411;p26" id="432" name="Google Shape;432;p5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44461" y="5726383"/>
            <a:ext cx="615418" cy="61541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shot 2025-10-30 at 5.24.02 PM.pngGoogle Shape;412;p26" id="433" name="Google Shape;433;p56"/>
          <p:cNvPicPr preferRelativeResize="0"/>
          <p:nvPr/>
        </p:nvPicPr>
        <p:blipFill rotWithShape="1">
          <a:blip r:embed="rId13">
            <a:alphaModFix/>
          </a:blip>
          <a:srcRect b="15694" l="11868" r="14052" t="13191"/>
          <a:stretch/>
        </p:blipFill>
        <p:spPr>
          <a:xfrm>
            <a:off x="7220286" y="235894"/>
            <a:ext cx="3279682" cy="2038450"/>
          </a:xfrm>
          <a:prstGeom prst="rect">
            <a:avLst/>
          </a:prstGeom>
          <a:noFill/>
          <a:ln cap="flat" cmpd="sng" w="12700">
            <a:solidFill>
              <a:srgbClr val="190E42"/>
            </a:solidFill>
            <a:prstDash val="solid"/>
            <a:round/>
            <a:headEnd len="sm" w="sm" type="none"/>
            <a:tailEnd len="sm" w="sm" type="none"/>
          </a:ln>
          <a:effectLst>
            <a:outerShdw blurRad="84665" rotWithShape="0" dir="2700000" dist="50799">
              <a:srgbClr val="000000">
                <a:alpha val="50196"/>
              </a:srgbClr>
            </a:outerShdw>
          </a:effectLst>
        </p:spPr>
      </p:pic>
      <p:pic>
        <p:nvPicPr>
          <p:cNvPr descr="Screenshot 2025-11-07 at 11.39.23 AM.pngGoogle Shape;413;p26" id="434" name="Google Shape;434;p56"/>
          <p:cNvPicPr preferRelativeResize="0"/>
          <p:nvPr/>
        </p:nvPicPr>
        <p:blipFill rotWithShape="1">
          <a:blip r:embed="rId14">
            <a:alphaModFix/>
          </a:blip>
          <a:srcRect b="0" l="13808" r="0" t="0"/>
          <a:stretch/>
        </p:blipFill>
        <p:spPr>
          <a:xfrm>
            <a:off x="7597126" y="1194921"/>
            <a:ext cx="3279682" cy="2090214"/>
          </a:xfrm>
          <a:prstGeom prst="rect">
            <a:avLst/>
          </a:prstGeom>
          <a:noFill/>
          <a:ln cap="flat" cmpd="sng" w="12700">
            <a:solidFill>
              <a:srgbClr val="190E42"/>
            </a:solidFill>
            <a:prstDash val="solid"/>
            <a:round/>
            <a:headEnd len="sm" w="sm" type="none"/>
            <a:tailEnd len="sm" w="sm" type="none"/>
          </a:ln>
          <a:effectLst>
            <a:outerShdw blurRad="84665" rotWithShape="0" dir="2700000" dist="50799">
              <a:srgbClr val="000000">
                <a:alpha val="50196"/>
              </a:srgbClr>
            </a:outerShdw>
          </a:effectLst>
        </p:spPr>
      </p:pic>
      <p:pic>
        <p:nvPicPr>
          <p:cNvPr descr="Screenshot 2025-11-07 at 11.40.44 AM.pngGoogle Shape;414;p26" id="435" name="Google Shape;435;p56"/>
          <p:cNvPicPr preferRelativeResize="0"/>
          <p:nvPr/>
        </p:nvPicPr>
        <p:blipFill rotWithShape="1">
          <a:blip r:embed="rId15">
            <a:alphaModFix/>
          </a:blip>
          <a:srcRect b="0" l="13808" r="0" t="0"/>
          <a:stretch/>
        </p:blipFill>
        <p:spPr>
          <a:xfrm>
            <a:off x="7973966" y="2205715"/>
            <a:ext cx="3279682" cy="2148298"/>
          </a:xfrm>
          <a:prstGeom prst="rect">
            <a:avLst/>
          </a:prstGeom>
          <a:noFill/>
          <a:ln cap="flat" cmpd="sng" w="12700">
            <a:solidFill>
              <a:srgbClr val="190E42"/>
            </a:solidFill>
            <a:prstDash val="solid"/>
            <a:round/>
            <a:headEnd len="sm" w="sm" type="none"/>
            <a:tailEnd len="sm" w="sm" type="none"/>
          </a:ln>
          <a:effectLst>
            <a:outerShdw blurRad="84665" rotWithShape="0" dir="2700000" dist="50799">
              <a:srgbClr val="000000">
                <a:alpha val="50196"/>
              </a:srgbClr>
            </a:outerShdw>
          </a:effectLst>
        </p:spPr>
      </p:pic>
      <p:pic>
        <p:nvPicPr>
          <p:cNvPr descr="Screenshot 2025-11-07 at 11.41.58 AM.pngGoogle Shape;415;p26" id="436" name="Google Shape;436;p56"/>
          <p:cNvPicPr preferRelativeResize="0"/>
          <p:nvPr/>
        </p:nvPicPr>
        <p:blipFill rotWithShape="1">
          <a:blip r:embed="rId16">
            <a:alphaModFix/>
          </a:blip>
          <a:srcRect b="0" l="13808" r="0" t="0"/>
          <a:stretch/>
        </p:blipFill>
        <p:spPr>
          <a:xfrm>
            <a:off x="8350806" y="3274590"/>
            <a:ext cx="3279682" cy="2227468"/>
          </a:xfrm>
          <a:prstGeom prst="rect">
            <a:avLst/>
          </a:prstGeom>
          <a:noFill/>
          <a:ln cap="flat" cmpd="sng" w="12700">
            <a:solidFill>
              <a:srgbClr val="190E42"/>
            </a:solidFill>
            <a:prstDash val="solid"/>
            <a:round/>
            <a:headEnd len="sm" w="sm" type="none"/>
            <a:tailEnd len="sm" w="sm" type="none"/>
          </a:ln>
          <a:effectLst>
            <a:outerShdw blurRad="84665" rotWithShape="0" dir="2700000" dist="50799">
              <a:srgbClr val="000000">
                <a:alpha val="50196"/>
              </a:srgbClr>
            </a:outerShdw>
          </a:effectLst>
        </p:spPr>
      </p:pic>
      <p:pic>
        <p:nvPicPr>
          <p:cNvPr descr="nodered.pngGoogle Shape;416;p26" id="437" name="Google Shape;437;p56"/>
          <p:cNvPicPr preferRelativeResize="0"/>
          <p:nvPr/>
        </p:nvPicPr>
        <p:blipFill rotWithShape="1">
          <a:blip r:embed="rId17">
            <a:alphaModFix/>
          </a:blip>
          <a:srcRect b="0" l="13808" r="0" t="0"/>
          <a:stretch/>
        </p:blipFill>
        <p:spPr>
          <a:xfrm>
            <a:off x="8727647" y="4422637"/>
            <a:ext cx="3279674" cy="2148298"/>
          </a:xfrm>
          <a:prstGeom prst="rect">
            <a:avLst/>
          </a:prstGeom>
          <a:noFill/>
          <a:ln cap="flat" cmpd="sng" w="12700">
            <a:solidFill>
              <a:srgbClr val="190E42"/>
            </a:solidFill>
            <a:prstDash val="solid"/>
            <a:round/>
            <a:headEnd len="sm" w="sm" type="none"/>
            <a:tailEnd len="sm" w="sm" type="none"/>
          </a:ln>
          <a:effectLst>
            <a:outerShdw blurRad="84665" rotWithShape="0" dir="2700000" dist="50799">
              <a:srgbClr val="000000">
                <a:alpha val="50196"/>
              </a:srgbClr>
            </a:outerShdw>
          </a:effectLst>
        </p:spPr>
      </p:pic>
      <p:sp>
        <p:nvSpPr>
          <p:cNvPr id="438" name="Google Shape;438;p56"/>
          <p:cNvSpPr txBox="1"/>
          <p:nvPr/>
        </p:nvSpPr>
        <p:spPr>
          <a:xfrm>
            <a:off x="1186737" y="4645038"/>
            <a:ext cx="5615660" cy="3999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600"/>
              <a:buFont typeface="Montserrat SemiBold"/>
              <a:buNone/>
            </a:pPr>
            <a:r>
              <a:rPr b="0" i="0" lang="en" sz="1600" u="none" cap="none" strike="noStrike">
                <a:solidFill>
                  <a:srgbClr val="FAF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Root-cause, discovery defects, &amp; continually improve</a:t>
            </a:r>
            <a:endParaRPr/>
          </a:p>
        </p:txBody>
      </p:sp>
      <p:sp>
        <p:nvSpPr>
          <p:cNvPr id="439" name="Google Shape;439;p56"/>
          <p:cNvSpPr txBox="1"/>
          <p:nvPr>
            <p:ph idx="6" type="body"/>
          </p:nvPr>
        </p:nvSpPr>
        <p:spPr>
          <a:xfrm>
            <a:off x="1064839" y="4845208"/>
            <a:ext cx="5429865" cy="667183"/>
          </a:xfrm>
          <a:prstGeom prst="rect">
            <a:avLst/>
          </a:prstGeom>
          <a:noFill/>
          <a:ln>
            <a:noFill/>
          </a:ln>
        </p:spPr>
        <p:txBody>
          <a:bodyPr anchorCtr="0" anchor="t" bIns="147430" lIns="147430" spcFirstLastPara="1" rIns="147430" wrap="square" tIns="14743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200"/>
              <a:buFont typeface="Montserrat"/>
              <a:buNone/>
            </a:pPr>
            <a:r>
              <a:rPr i="1" lang="en" sz="1200"/>
              <a:t>Use our proprietary haystack tool to easily surface outliers &amp; new defect modes, and retrain models using real production data</a:t>
            </a:r>
            <a:endParaRPr/>
          </a:p>
        </p:txBody>
      </p:sp>
      <p:pic>
        <p:nvPicPr>
          <p:cNvPr descr="Google Shape;419;p26" id="440" name="Google Shape;440;p5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244461" y="2458482"/>
            <a:ext cx="615437" cy="61543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Google Shape;420;p26" id="441" name="Google Shape;441;p5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244461" y="3547790"/>
            <a:ext cx="615437" cy="61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verview Deck">
  <a:themeElements>
    <a:clrScheme name="Overview Deck">
      <a:dk1>
        <a:srgbClr val="493691"/>
      </a:dk1>
      <a:lt1>
        <a:srgbClr val="FAF9FE"/>
      </a:lt1>
      <a:dk2>
        <a:srgbClr val="A7A7A7"/>
      </a:dk2>
      <a:lt2>
        <a:srgbClr val="535353"/>
      </a:lt2>
      <a:accent1>
        <a:srgbClr val="AF9EF3"/>
      </a:accent1>
      <a:accent2>
        <a:srgbClr val="FAF9FE"/>
      </a:accent2>
      <a:accent3>
        <a:srgbClr val="532EE3"/>
      </a:accent3>
      <a:accent4>
        <a:srgbClr val="4B465E"/>
      </a:accent4>
      <a:accent5>
        <a:srgbClr val="2E1A7F"/>
      </a:accent5>
      <a:accent6>
        <a:srgbClr val="56C194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