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7"/>
  </p:sldMasterIdLst>
  <p:sldIdLst>
    <p:sldId id="256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9989" y="554971"/>
            <a:ext cx="11451732" cy="117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69989" y="371781"/>
            <a:ext cx="5110280" cy="183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11652456" y="6343371"/>
            <a:ext cx="169196" cy="163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369989" y="979417"/>
            <a:ext cx="1845157" cy="221349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3"/>
          <p:cNvSpPr/>
          <p:nvPr>
            <p:ph idx="3" type="pic"/>
          </p:nvPr>
        </p:nvSpPr>
        <p:spPr>
          <a:xfrm>
            <a:off x="369989" y="3361397"/>
            <a:ext cx="1845157" cy="2505475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3"/>
          <p:cNvSpPr/>
          <p:nvPr>
            <p:ph idx="4" type="pic"/>
          </p:nvPr>
        </p:nvSpPr>
        <p:spPr>
          <a:xfrm>
            <a:off x="2490119" y="1134477"/>
            <a:ext cx="3452320" cy="4577371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3"/>
          <p:cNvSpPr txBox="1"/>
          <p:nvPr>
            <p:ph type="title"/>
          </p:nvPr>
        </p:nvSpPr>
        <p:spPr>
          <a:xfrm>
            <a:off x="7704051" y="2400879"/>
            <a:ext cx="3760713" cy="13647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369989" y="371781"/>
            <a:ext cx="5110280" cy="183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25;p10" id="183" name="Google Shape;183;p23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17" y="303520"/>
            <a:ext cx="1156574" cy="27715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11652456" y="6343371"/>
            <a:ext cx="169196" cy="163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369989" y="554971"/>
            <a:ext cx="11451732" cy="117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6095857" y="3428828"/>
            <a:ext cx="4779888" cy="1463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2" type="body"/>
          </p:nvPr>
        </p:nvSpPr>
        <p:spPr>
          <a:xfrm>
            <a:off x="369989" y="3428817"/>
            <a:ext cx="4779888" cy="1463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32;p11" id="189" name="Google Shape;189;p2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216" y="273520"/>
            <a:ext cx="1184040" cy="3371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11652456" y="6343371"/>
            <a:ext cx="169196" cy="163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369989" y="554971"/>
            <a:ext cx="4841087" cy="117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6452749" y="1120543"/>
            <a:ext cx="5011883" cy="99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40;p12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216" y="273520"/>
            <a:ext cx="1184040" cy="337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58" y="813825"/>
            <a:ext cx="255988" cy="255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6452749" y="2461009"/>
            <a:ext cx="5011883" cy="99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4;p12" id="197" name="Google Shape;1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58" y="2154291"/>
            <a:ext cx="255988" cy="25598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>
            <p:ph idx="3" type="body"/>
          </p:nvPr>
        </p:nvSpPr>
        <p:spPr>
          <a:xfrm>
            <a:off x="6452749" y="3801476"/>
            <a:ext cx="5011883" cy="99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7;p12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58" y="3494759"/>
            <a:ext cx="255988" cy="255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/>
          <p:nvPr>
            <p:ph idx="4" type="body"/>
          </p:nvPr>
        </p:nvSpPr>
        <p:spPr>
          <a:xfrm>
            <a:off x="6452749" y="5152875"/>
            <a:ext cx="5011883" cy="99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50;p12" id="201" name="Google Shape;2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58" y="4846156"/>
            <a:ext cx="255988" cy="2559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5"/>
          <p:cNvCxnSpPr/>
          <p:nvPr/>
        </p:nvCxnSpPr>
        <p:spPr>
          <a:xfrm>
            <a:off x="5703935" y="383180"/>
            <a:ext cx="0" cy="6097694"/>
          </a:xfrm>
          <a:prstGeom prst="straightConnector1">
            <a:avLst/>
          </a:prstGeom>
          <a:noFill/>
          <a:ln cap="flat" cmpd="sng" w="16933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5"/>
          <p:cNvSpPr txBox="1"/>
          <p:nvPr>
            <p:ph idx="5" type="body"/>
          </p:nvPr>
        </p:nvSpPr>
        <p:spPr>
          <a:xfrm>
            <a:off x="369989" y="1415750"/>
            <a:ext cx="4571494" cy="2682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11652456" y="6343371"/>
            <a:ext cx="169196" cy="163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369989" y="2579773"/>
            <a:ext cx="1106774" cy="15391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0" i="0" sz="18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369989" y="554971"/>
            <a:ext cx="11451732" cy="117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726950" y="4963749"/>
            <a:ext cx="4733890" cy="1422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09" name="Google Shape;209;p26"/>
          <p:cNvSpPr txBox="1"/>
          <p:nvPr>
            <p:ph idx="2" type="body"/>
          </p:nvPr>
        </p:nvSpPr>
        <p:spPr>
          <a:xfrm>
            <a:off x="726950" y="3086944"/>
            <a:ext cx="4733890" cy="1463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10" name="Google Shape;210;p26"/>
          <p:cNvSpPr txBox="1"/>
          <p:nvPr/>
        </p:nvSpPr>
        <p:spPr>
          <a:xfrm>
            <a:off x="5745590" y="2579773"/>
            <a:ext cx="1106774" cy="15391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 b="0" i="0" sz="18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 txBox="1"/>
          <p:nvPr>
            <p:ph idx="3" type="body"/>
          </p:nvPr>
        </p:nvSpPr>
        <p:spPr>
          <a:xfrm>
            <a:off x="6102547" y="3086944"/>
            <a:ext cx="4733890" cy="1463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4;p13" id="212" name="Google Shape;212;p26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17" y="303520"/>
            <a:ext cx="1156574" cy="27715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11652456" y="6343371"/>
            <a:ext cx="169196" cy="163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title"/>
          </p:nvPr>
        </p:nvSpPr>
        <p:spPr>
          <a:xfrm>
            <a:off x="7095733" y="674766"/>
            <a:ext cx="4725890" cy="772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67"/>
              <a:buFont typeface="Montserrat SemiBold"/>
              <a:buNone/>
              <a:defRPr sz="2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16" name="Google Shape;216;p27"/>
          <p:cNvSpPr/>
          <p:nvPr>
            <p:ph idx="2" type="pic"/>
          </p:nvPr>
        </p:nvSpPr>
        <p:spPr>
          <a:xfrm>
            <a:off x="6095857" y="702398"/>
            <a:ext cx="5369075" cy="577731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369989" y="371781"/>
            <a:ext cx="5110280" cy="183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9;p14" id="218" name="Google Shape;218;p27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17" y="303520"/>
            <a:ext cx="1156574" cy="27715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>
            <p:ph idx="12" type="sldNum"/>
          </p:nvPr>
        </p:nvSpPr>
        <p:spPr>
          <a:xfrm>
            <a:off x="11652456" y="6343371"/>
            <a:ext cx="169196" cy="163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369989" y="4432646"/>
            <a:ext cx="2345545" cy="3867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2" name="Google Shape;222;p28"/>
          <p:cNvSpPr/>
          <p:nvPr>
            <p:ph idx="2" type="pic"/>
          </p:nvPr>
        </p:nvSpPr>
        <p:spPr>
          <a:xfrm>
            <a:off x="385457" y="1782285"/>
            <a:ext cx="2334683" cy="2363882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8"/>
          <p:cNvSpPr/>
          <p:nvPr>
            <p:ph idx="3" type="pic"/>
          </p:nvPr>
        </p:nvSpPr>
        <p:spPr>
          <a:xfrm>
            <a:off x="2890182" y="1782285"/>
            <a:ext cx="2334683" cy="2363882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28"/>
          <p:cNvSpPr/>
          <p:nvPr>
            <p:ph idx="4" type="pic"/>
          </p:nvPr>
        </p:nvSpPr>
        <p:spPr>
          <a:xfrm>
            <a:off x="5394906" y="1782285"/>
            <a:ext cx="2334683" cy="2363882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8"/>
          <p:cNvSpPr/>
          <p:nvPr>
            <p:ph idx="5" type="pic"/>
          </p:nvPr>
        </p:nvSpPr>
        <p:spPr>
          <a:xfrm>
            <a:off x="7883433" y="1782285"/>
            <a:ext cx="2334684" cy="2363882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28"/>
          <p:cNvSpPr txBox="1"/>
          <p:nvPr>
            <p:ph idx="6" type="body"/>
          </p:nvPr>
        </p:nvSpPr>
        <p:spPr>
          <a:xfrm>
            <a:off x="369989" y="4879879"/>
            <a:ext cx="2345545" cy="66476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7" name="Google Shape;227;p28"/>
          <p:cNvSpPr txBox="1"/>
          <p:nvPr>
            <p:ph idx="7" type="body"/>
          </p:nvPr>
        </p:nvSpPr>
        <p:spPr>
          <a:xfrm>
            <a:off x="2884782" y="4879879"/>
            <a:ext cx="2345545" cy="66476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8" type="body"/>
          </p:nvPr>
        </p:nvSpPr>
        <p:spPr>
          <a:xfrm>
            <a:off x="5399574" y="4879879"/>
            <a:ext cx="2345545" cy="66476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9" name="Google Shape;229;p28"/>
          <p:cNvSpPr txBox="1"/>
          <p:nvPr>
            <p:ph idx="9" type="body"/>
          </p:nvPr>
        </p:nvSpPr>
        <p:spPr>
          <a:xfrm>
            <a:off x="7866634" y="4879879"/>
            <a:ext cx="2345545" cy="66476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type="title"/>
          </p:nvPr>
        </p:nvSpPr>
        <p:spPr>
          <a:xfrm>
            <a:off x="369989" y="554971"/>
            <a:ext cx="11451732" cy="117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87;p15" id="231" name="Google Shape;231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17" y="303520"/>
            <a:ext cx="1156574" cy="27715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11652456" y="6343371"/>
            <a:ext cx="169196" cy="163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/>
          <p:nvPr>
            <p:ph idx="2" type="pic"/>
          </p:nvPr>
        </p:nvSpPr>
        <p:spPr>
          <a:xfrm>
            <a:off x="369989" y="1560488"/>
            <a:ext cx="11451732" cy="4919354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9"/>
          <p:cNvSpPr txBox="1"/>
          <p:nvPr>
            <p:ph type="title"/>
          </p:nvPr>
        </p:nvSpPr>
        <p:spPr>
          <a:xfrm>
            <a:off x="726950" y="369980"/>
            <a:ext cx="10737749" cy="7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2" type="sldNum"/>
          </p:nvPr>
        </p:nvSpPr>
        <p:spPr>
          <a:xfrm>
            <a:off x="5892663" y="6169774"/>
            <a:ext cx="2844734" cy="369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218060" y="205258"/>
            <a:ext cx="11737725" cy="6426478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609586" y="544502"/>
            <a:ext cx="10855346" cy="692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40" name="Google Shape;240;p30"/>
          <p:cNvSpPr/>
          <p:nvPr/>
        </p:nvSpPr>
        <p:spPr>
          <a:xfrm>
            <a:off x="10110595" y="6325116"/>
            <a:ext cx="2081152" cy="532773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609586" y="1237004"/>
            <a:ext cx="5110280" cy="255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46" y="6426294"/>
            <a:ext cx="1136558" cy="2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2" type="body"/>
          </p:nvPr>
        </p:nvSpPr>
        <p:spPr>
          <a:xfrm>
            <a:off x="609586" y="2202954"/>
            <a:ext cx="5486672" cy="2630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12" type="sldNum"/>
          </p:nvPr>
        </p:nvSpPr>
        <p:spPr>
          <a:xfrm>
            <a:off x="11767910" y="6471659"/>
            <a:ext cx="169196" cy="163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/>
          <p:nvPr/>
        </p:nvSpPr>
        <p:spPr>
          <a:xfrm>
            <a:off x="218061" y="205258"/>
            <a:ext cx="11737725" cy="6426478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666" lIns="45666" spcFirstLastPara="1" rIns="45666" wrap="square" tIns="45666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/>
          <p:cNvSpPr txBox="1"/>
          <p:nvPr>
            <p:ph type="title"/>
          </p:nvPr>
        </p:nvSpPr>
        <p:spPr>
          <a:xfrm>
            <a:off x="609586" y="544501"/>
            <a:ext cx="10855346" cy="692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48" name="Google Shape;248;p31"/>
          <p:cNvSpPr/>
          <p:nvPr/>
        </p:nvSpPr>
        <p:spPr>
          <a:xfrm>
            <a:off x="10110595" y="6325116"/>
            <a:ext cx="2081152" cy="532773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45666" lIns="45666" spcFirstLastPara="1" rIns="45666" wrap="square" tIns="45666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609586" y="1237005"/>
            <a:ext cx="5110280" cy="255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50" name="Google Shape;250;p31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45" y="6426294"/>
            <a:ext cx="1136570" cy="25597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>
            <p:ph idx="2" type="body"/>
          </p:nvPr>
        </p:nvSpPr>
        <p:spPr>
          <a:xfrm>
            <a:off x="609586" y="2202957"/>
            <a:ext cx="5486672" cy="2630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11767910" y="6471659"/>
            <a:ext cx="169196" cy="143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i="0" sz="933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11673919" y="6332818"/>
            <a:ext cx="466388" cy="471976"/>
          </a:xfrm>
          <a:prstGeom prst="rect">
            <a:avLst/>
          </a:prstGeom>
          <a:noFill/>
          <a:ln>
            <a:noFill/>
          </a:ln>
        </p:spPr>
        <p:txBody>
          <a:bodyPr anchorCtr="0" anchor="t" bIns="111731" lIns="111731" spcFirstLastPara="1" rIns="111731" wrap="square" tIns="111731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79790" y="1883006"/>
            <a:ext cx="5225477" cy="3010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60" name="Google Shape;60;p15"/>
          <p:cNvSpPr/>
          <p:nvPr/>
        </p:nvSpPr>
        <p:spPr>
          <a:xfrm>
            <a:off x="6108991" y="0"/>
            <a:ext cx="6082658" cy="6857656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69989" y="371781"/>
            <a:ext cx="5110280" cy="183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62" name="Google Shape;62;p15"/>
          <p:cNvCxnSpPr/>
          <p:nvPr/>
        </p:nvCxnSpPr>
        <p:spPr>
          <a:xfrm rot="10800000">
            <a:off x="6113904" y="1770180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 rot="10800000">
            <a:off x="6113904" y="2419498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 rot="10800000">
            <a:off x="6113904" y="3068886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 rot="10800000">
            <a:off x="6113904" y="3718270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5"/>
          <p:cNvCxnSpPr/>
          <p:nvPr/>
        </p:nvCxnSpPr>
        <p:spPr>
          <a:xfrm rot="10800000">
            <a:off x="6113904" y="4367657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 rot="10800000">
            <a:off x="6113904" y="5016973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5"/>
          <p:cNvCxnSpPr/>
          <p:nvPr/>
        </p:nvCxnSpPr>
        <p:spPr>
          <a:xfrm rot="10800000">
            <a:off x="6113904" y="5666362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 rot="10800000">
            <a:off x="6113904" y="6315645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 rot="10800000">
            <a:off x="6113904" y="471404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5"/>
          <p:cNvCxnSpPr/>
          <p:nvPr/>
        </p:nvCxnSpPr>
        <p:spPr>
          <a:xfrm rot="10800000">
            <a:off x="6113904" y="1120792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" name="Google Shape;72;p15"/>
          <p:cNvGrpSpPr/>
          <p:nvPr/>
        </p:nvGrpSpPr>
        <p:grpSpPr>
          <a:xfrm>
            <a:off x="6115362" y="-136"/>
            <a:ext cx="5783166" cy="6857656"/>
            <a:chOff x="1" y="0"/>
            <a:chExt cx="7710682" cy="9143542"/>
          </a:xfrm>
        </p:grpSpPr>
        <p:cxnSp>
          <p:nvCxnSpPr>
            <p:cNvPr id="73" name="Google Shape;73;p15"/>
            <p:cNvCxnSpPr/>
            <p:nvPr/>
          </p:nvCxnSpPr>
          <p:spPr>
            <a:xfrm>
              <a:off x="1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15"/>
            <p:cNvCxnSpPr/>
            <p:nvPr/>
          </p:nvCxnSpPr>
          <p:spPr>
            <a:xfrm>
              <a:off x="856695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15"/>
            <p:cNvCxnSpPr/>
            <p:nvPr/>
          </p:nvCxnSpPr>
          <p:spPr>
            <a:xfrm>
              <a:off x="1713390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15"/>
            <p:cNvCxnSpPr/>
            <p:nvPr/>
          </p:nvCxnSpPr>
          <p:spPr>
            <a:xfrm>
              <a:off x="2570085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15"/>
            <p:cNvCxnSpPr/>
            <p:nvPr/>
          </p:nvCxnSpPr>
          <p:spPr>
            <a:xfrm>
              <a:off x="3426778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15"/>
            <p:cNvCxnSpPr/>
            <p:nvPr/>
          </p:nvCxnSpPr>
          <p:spPr>
            <a:xfrm>
              <a:off x="4283473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" name="Google Shape;79;p15"/>
            <p:cNvCxnSpPr/>
            <p:nvPr/>
          </p:nvCxnSpPr>
          <p:spPr>
            <a:xfrm>
              <a:off x="5140310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" name="Google Shape;80;p15"/>
            <p:cNvCxnSpPr/>
            <p:nvPr/>
          </p:nvCxnSpPr>
          <p:spPr>
            <a:xfrm>
              <a:off x="5997003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5"/>
            <p:cNvCxnSpPr/>
            <p:nvPr/>
          </p:nvCxnSpPr>
          <p:spPr>
            <a:xfrm>
              <a:off x="6853859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5"/>
            <p:cNvCxnSpPr/>
            <p:nvPr/>
          </p:nvCxnSpPr>
          <p:spPr>
            <a:xfrm>
              <a:off x="7710683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5892663" y="6169774"/>
            <a:ext cx="2844734" cy="369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375889" y="368313"/>
            <a:ext cx="11451732" cy="6131693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3464551" y="4657201"/>
            <a:ext cx="7980214" cy="1326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333"/>
              <a:buFont typeface="Montserrat SemiBold"/>
              <a:buNone/>
              <a:defRPr sz="5333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5892663" y="6169774"/>
            <a:ext cx="2844734" cy="369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557235" y="3550802"/>
            <a:ext cx="1783158" cy="5211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557067" y="4250234"/>
            <a:ext cx="1783158" cy="1569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3" type="body"/>
          </p:nvPr>
        </p:nvSpPr>
        <p:spPr>
          <a:xfrm>
            <a:off x="2889698" y="4250234"/>
            <a:ext cx="1783158" cy="1569122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4" type="body"/>
          </p:nvPr>
        </p:nvSpPr>
        <p:spPr>
          <a:xfrm>
            <a:off x="5204279" y="4250234"/>
            <a:ext cx="1783158" cy="1569122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5" type="body"/>
          </p:nvPr>
        </p:nvSpPr>
        <p:spPr>
          <a:xfrm>
            <a:off x="7531322" y="4250234"/>
            <a:ext cx="1783158" cy="1569122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6" type="body"/>
          </p:nvPr>
        </p:nvSpPr>
        <p:spPr>
          <a:xfrm>
            <a:off x="9846824" y="4250234"/>
            <a:ext cx="1783158" cy="1569122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69989" y="554971"/>
            <a:ext cx="11451732" cy="117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2.pngGoogle Shape;37;p4" id="96" name="Google Shape;96;p1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216" y="273520"/>
            <a:ext cx="1184040" cy="33711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11652456" y="6343371"/>
            <a:ext cx="169196" cy="163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79790" y="1883006"/>
            <a:ext cx="5225477" cy="3010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00" name="Google Shape;100;p18"/>
          <p:cNvSpPr/>
          <p:nvPr/>
        </p:nvSpPr>
        <p:spPr>
          <a:xfrm>
            <a:off x="6108991" y="0"/>
            <a:ext cx="6082658" cy="6857656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69989" y="371781"/>
            <a:ext cx="5110280" cy="183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02" name="Google Shape;102;p18"/>
          <p:cNvCxnSpPr/>
          <p:nvPr/>
        </p:nvCxnSpPr>
        <p:spPr>
          <a:xfrm rot="10800000">
            <a:off x="6113904" y="1770180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8"/>
          <p:cNvCxnSpPr/>
          <p:nvPr/>
        </p:nvCxnSpPr>
        <p:spPr>
          <a:xfrm rot="10800000">
            <a:off x="6113904" y="2419498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8"/>
          <p:cNvCxnSpPr/>
          <p:nvPr/>
        </p:nvCxnSpPr>
        <p:spPr>
          <a:xfrm rot="10800000">
            <a:off x="6113904" y="3068886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8"/>
          <p:cNvCxnSpPr/>
          <p:nvPr/>
        </p:nvCxnSpPr>
        <p:spPr>
          <a:xfrm rot="10800000">
            <a:off x="6113904" y="3718270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8"/>
          <p:cNvCxnSpPr/>
          <p:nvPr/>
        </p:nvCxnSpPr>
        <p:spPr>
          <a:xfrm rot="10800000">
            <a:off x="6113904" y="4367657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8"/>
          <p:cNvCxnSpPr/>
          <p:nvPr/>
        </p:nvCxnSpPr>
        <p:spPr>
          <a:xfrm rot="10800000">
            <a:off x="6113904" y="5016973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8"/>
          <p:cNvCxnSpPr/>
          <p:nvPr/>
        </p:nvCxnSpPr>
        <p:spPr>
          <a:xfrm rot="10800000">
            <a:off x="6113904" y="5666362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8"/>
          <p:cNvCxnSpPr/>
          <p:nvPr/>
        </p:nvCxnSpPr>
        <p:spPr>
          <a:xfrm rot="10800000">
            <a:off x="6113904" y="6315645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8"/>
          <p:cNvCxnSpPr/>
          <p:nvPr/>
        </p:nvCxnSpPr>
        <p:spPr>
          <a:xfrm rot="10800000">
            <a:off x="6113904" y="471404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8"/>
          <p:cNvCxnSpPr/>
          <p:nvPr/>
        </p:nvCxnSpPr>
        <p:spPr>
          <a:xfrm rot="10800000">
            <a:off x="6113904" y="1120792"/>
            <a:ext cx="6082658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18"/>
          <p:cNvGrpSpPr/>
          <p:nvPr/>
        </p:nvGrpSpPr>
        <p:grpSpPr>
          <a:xfrm>
            <a:off x="6115362" y="-136"/>
            <a:ext cx="5783166" cy="6857656"/>
            <a:chOff x="1" y="0"/>
            <a:chExt cx="7710682" cy="9143542"/>
          </a:xfrm>
        </p:grpSpPr>
        <p:cxnSp>
          <p:nvCxnSpPr>
            <p:cNvPr id="113" name="Google Shape;113;p18"/>
            <p:cNvCxnSpPr/>
            <p:nvPr/>
          </p:nvCxnSpPr>
          <p:spPr>
            <a:xfrm>
              <a:off x="1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18"/>
            <p:cNvCxnSpPr/>
            <p:nvPr/>
          </p:nvCxnSpPr>
          <p:spPr>
            <a:xfrm>
              <a:off x="856695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8"/>
            <p:cNvCxnSpPr/>
            <p:nvPr/>
          </p:nvCxnSpPr>
          <p:spPr>
            <a:xfrm>
              <a:off x="1713390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8"/>
            <p:cNvCxnSpPr/>
            <p:nvPr/>
          </p:nvCxnSpPr>
          <p:spPr>
            <a:xfrm>
              <a:off x="2570085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8"/>
            <p:cNvCxnSpPr/>
            <p:nvPr/>
          </p:nvCxnSpPr>
          <p:spPr>
            <a:xfrm>
              <a:off x="3426778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18"/>
            <p:cNvCxnSpPr/>
            <p:nvPr/>
          </p:nvCxnSpPr>
          <p:spPr>
            <a:xfrm>
              <a:off x="4283473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8"/>
            <p:cNvCxnSpPr/>
            <p:nvPr/>
          </p:nvCxnSpPr>
          <p:spPr>
            <a:xfrm>
              <a:off x="5140310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8"/>
            <p:cNvCxnSpPr/>
            <p:nvPr/>
          </p:nvCxnSpPr>
          <p:spPr>
            <a:xfrm>
              <a:off x="5997003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18"/>
            <p:cNvCxnSpPr/>
            <p:nvPr/>
          </p:nvCxnSpPr>
          <p:spPr>
            <a:xfrm>
              <a:off x="6853859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18"/>
            <p:cNvCxnSpPr/>
            <p:nvPr/>
          </p:nvCxnSpPr>
          <p:spPr>
            <a:xfrm>
              <a:off x="7710683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5892663" y="6169774"/>
            <a:ext cx="2844734" cy="369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 rot="10800000">
            <a:off x="375892" y="368315"/>
            <a:ext cx="11451732" cy="6131693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1094645" y="5230545"/>
            <a:ext cx="7812218" cy="603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27" name="Google Shape;127;p19"/>
          <p:cNvCxnSpPr/>
          <p:nvPr/>
        </p:nvCxnSpPr>
        <p:spPr>
          <a:xfrm>
            <a:off x="734483" y="1056714"/>
            <a:ext cx="10736949" cy="0"/>
          </a:xfrm>
          <a:prstGeom prst="straightConnector1">
            <a:avLst/>
          </a:prstGeom>
          <a:noFill/>
          <a:ln cap="flat" cmpd="sng" w="16933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9"/>
          <p:cNvCxnSpPr/>
          <p:nvPr/>
        </p:nvCxnSpPr>
        <p:spPr>
          <a:xfrm>
            <a:off x="734483" y="6028732"/>
            <a:ext cx="10726549" cy="0"/>
          </a:xfrm>
          <a:prstGeom prst="straightConnector1">
            <a:avLst/>
          </a:prstGeom>
          <a:noFill/>
          <a:ln cap="flat" cmpd="sng" w="16933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9"/>
          <p:cNvSpPr txBox="1"/>
          <p:nvPr>
            <p:ph type="title"/>
          </p:nvPr>
        </p:nvSpPr>
        <p:spPr>
          <a:xfrm>
            <a:off x="1060673" y="2992457"/>
            <a:ext cx="8162209" cy="18807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6;p2" id="130" name="Google Shape;13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482" y="622163"/>
            <a:ext cx="1482730" cy="27715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5892663" y="6169774"/>
            <a:ext cx="2844734" cy="369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69989" y="554971"/>
            <a:ext cx="11451732" cy="117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69989" y="371781"/>
            <a:ext cx="5110280" cy="183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42;p5"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17" y="303520"/>
            <a:ext cx="1156574" cy="27715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11652456" y="6343371"/>
            <a:ext cx="169196" cy="163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21"/>
          <p:cNvCxnSpPr/>
          <p:nvPr/>
        </p:nvCxnSpPr>
        <p:spPr>
          <a:xfrm rot="10800000">
            <a:off x="-25233" y="471415"/>
            <a:ext cx="12208515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 rot="10800000">
            <a:off x="-25233" y="1120801"/>
            <a:ext cx="12208515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21"/>
          <p:cNvCxnSpPr/>
          <p:nvPr/>
        </p:nvCxnSpPr>
        <p:spPr>
          <a:xfrm rot="10800000">
            <a:off x="-25233" y="1770185"/>
            <a:ext cx="12208515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21"/>
          <p:cNvCxnSpPr/>
          <p:nvPr/>
        </p:nvCxnSpPr>
        <p:spPr>
          <a:xfrm rot="10800000">
            <a:off x="-25233" y="2419502"/>
            <a:ext cx="12208515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21"/>
          <p:cNvCxnSpPr/>
          <p:nvPr/>
        </p:nvCxnSpPr>
        <p:spPr>
          <a:xfrm rot="10800000">
            <a:off x="-25233" y="3068889"/>
            <a:ext cx="12208515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p21"/>
          <p:cNvGrpSpPr/>
          <p:nvPr/>
        </p:nvGrpSpPr>
        <p:grpSpPr>
          <a:xfrm>
            <a:off x="-4699" y="-136"/>
            <a:ext cx="12208652" cy="6857656"/>
            <a:chOff x="1" y="0"/>
            <a:chExt cx="16277769" cy="9143542"/>
          </a:xfrm>
        </p:grpSpPr>
        <p:cxnSp>
          <p:nvCxnSpPr>
            <p:cNvPr id="144" name="Google Shape;144;p21"/>
            <p:cNvCxnSpPr/>
            <p:nvPr/>
          </p:nvCxnSpPr>
          <p:spPr>
            <a:xfrm>
              <a:off x="856695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1"/>
            <p:cNvCxnSpPr/>
            <p:nvPr/>
          </p:nvCxnSpPr>
          <p:spPr>
            <a:xfrm>
              <a:off x="1713390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21"/>
            <p:cNvCxnSpPr/>
            <p:nvPr/>
          </p:nvCxnSpPr>
          <p:spPr>
            <a:xfrm>
              <a:off x="2570085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21"/>
            <p:cNvCxnSpPr/>
            <p:nvPr/>
          </p:nvCxnSpPr>
          <p:spPr>
            <a:xfrm>
              <a:off x="3426778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4283474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21"/>
            <p:cNvCxnSpPr/>
            <p:nvPr/>
          </p:nvCxnSpPr>
          <p:spPr>
            <a:xfrm>
              <a:off x="5140167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21"/>
            <p:cNvCxnSpPr/>
            <p:nvPr/>
          </p:nvCxnSpPr>
          <p:spPr>
            <a:xfrm>
              <a:off x="1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21"/>
            <p:cNvCxnSpPr/>
            <p:nvPr/>
          </p:nvCxnSpPr>
          <p:spPr>
            <a:xfrm>
              <a:off x="5996862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21"/>
            <p:cNvCxnSpPr/>
            <p:nvPr/>
          </p:nvCxnSpPr>
          <p:spPr>
            <a:xfrm>
              <a:off x="6853558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21"/>
            <p:cNvCxnSpPr/>
            <p:nvPr/>
          </p:nvCxnSpPr>
          <p:spPr>
            <a:xfrm>
              <a:off x="7710251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21"/>
            <p:cNvCxnSpPr/>
            <p:nvPr/>
          </p:nvCxnSpPr>
          <p:spPr>
            <a:xfrm>
              <a:off x="8566946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21"/>
            <p:cNvCxnSpPr/>
            <p:nvPr/>
          </p:nvCxnSpPr>
          <p:spPr>
            <a:xfrm>
              <a:off x="9423640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1"/>
            <p:cNvCxnSpPr/>
            <p:nvPr/>
          </p:nvCxnSpPr>
          <p:spPr>
            <a:xfrm>
              <a:off x="10280335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1"/>
            <p:cNvCxnSpPr/>
            <p:nvPr/>
          </p:nvCxnSpPr>
          <p:spPr>
            <a:xfrm>
              <a:off x="11137028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1"/>
            <p:cNvCxnSpPr/>
            <p:nvPr/>
          </p:nvCxnSpPr>
          <p:spPr>
            <a:xfrm>
              <a:off x="11993724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1"/>
            <p:cNvCxnSpPr/>
            <p:nvPr/>
          </p:nvCxnSpPr>
          <p:spPr>
            <a:xfrm>
              <a:off x="12850561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1"/>
            <p:cNvCxnSpPr/>
            <p:nvPr/>
          </p:nvCxnSpPr>
          <p:spPr>
            <a:xfrm>
              <a:off x="13707256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1"/>
            <p:cNvCxnSpPr/>
            <p:nvPr/>
          </p:nvCxnSpPr>
          <p:spPr>
            <a:xfrm>
              <a:off x="14564110" y="0"/>
              <a:ext cx="0" cy="9143542"/>
            </a:xfrm>
            <a:prstGeom prst="straightConnector1">
              <a:avLst/>
            </a:prstGeom>
            <a:noFill/>
            <a:ln cap="flat" cmpd="sng" w="16933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" name="Google Shape;162;p21"/>
            <p:cNvGrpSpPr/>
            <p:nvPr/>
          </p:nvGrpSpPr>
          <p:grpSpPr>
            <a:xfrm>
              <a:off x="15420933" y="0"/>
              <a:ext cx="856837" cy="9143542"/>
              <a:chOff x="1" y="0"/>
              <a:chExt cx="856837" cy="9143542"/>
            </a:xfrm>
          </p:grpSpPr>
          <p:cxnSp>
            <p:nvCxnSpPr>
              <p:cNvPr id="163" name="Google Shape;163;p21"/>
              <p:cNvCxnSpPr/>
              <p:nvPr/>
            </p:nvCxnSpPr>
            <p:spPr>
              <a:xfrm>
                <a:off x="1" y="0"/>
                <a:ext cx="0" cy="9143542"/>
              </a:xfrm>
              <a:prstGeom prst="straightConnector1">
                <a:avLst/>
              </a:prstGeom>
              <a:noFill/>
              <a:ln cap="flat" cmpd="sng" w="16933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21"/>
              <p:cNvCxnSpPr/>
              <p:nvPr/>
            </p:nvCxnSpPr>
            <p:spPr>
              <a:xfrm>
                <a:off x="856839" y="0"/>
                <a:ext cx="0" cy="9143542"/>
              </a:xfrm>
              <a:prstGeom prst="straightConnector1">
                <a:avLst/>
              </a:prstGeom>
              <a:noFill/>
              <a:ln cap="flat" cmpd="sng" w="16933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65" name="Google Shape;165;p21"/>
          <p:cNvCxnSpPr/>
          <p:nvPr/>
        </p:nvCxnSpPr>
        <p:spPr>
          <a:xfrm rot="10800000">
            <a:off x="-25233" y="3718270"/>
            <a:ext cx="12208515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21"/>
          <p:cNvCxnSpPr/>
          <p:nvPr/>
        </p:nvCxnSpPr>
        <p:spPr>
          <a:xfrm rot="10800000">
            <a:off x="-25233" y="4367656"/>
            <a:ext cx="12208515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21"/>
          <p:cNvCxnSpPr/>
          <p:nvPr/>
        </p:nvCxnSpPr>
        <p:spPr>
          <a:xfrm rot="10800000">
            <a:off x="-25233" y="5016969"/>
            <a:ext cx="12208515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21"/>
          <p:cNvCxnSpPr/>
          <p:nvPr/>
        </p:nvCxnSpPr>
        <p:spPr>
          <a:xfrm rot="10800000">
            <a:off x="-25233" y="5666356"/>
            <a:ext cx="12208515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21"/>
          <p:cNvCxnSpPr/>
          <p:nvPr/>
        </p:nvCxnSpPr>
        <p:spPr>
          <a:xfrm rot="10800000">
            <a:off x="-25233" y="6315637"/>
            <a:ext cx="12208515" cy="0"/>
          </a:xfrm>
          <a:prstGeom prst="straightConnector1">
            <a:avLst/>
          </a:prstGeom>
          <a:noFill/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1"/>
          <p:cNvSpPr txBox="1"/>
          <p:nvPr>
            <p:ph type="title"/>
          </p:nvPr>
        </p:nvSpPr>
        <p:spPr>
          <a:xfrm>
            <a:off x="1916923" y="1768512"/>
            <a:ext cx="8345005" cy="2597470"/>
          </a:xfrm>
          <a:prstGeom prst="rect">
            <a:avLst/>
          </a:prstGeom>
          <a:solidFill>
            <a:srgbClr val="493691"/>
          </a:solidFill>
          <a:ln cap="flat" cmpd="sng" w="16933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64" lIns="121864" spcFirstLastPara="1" rIns="121864" wrap="square" tIns="121864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11652456" y="6343371"/>
            <a:ext cx="169196" cy="163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6052957" y="2307206"/>
            <a:ext cx="5767465" cy="6035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369989" y="1412830"/>
            <a:ext cx="5725866" cy="37378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15;p9" id="175" name="Google Shape;175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17" y="303520"/>
            <a:ext cx="1156574" cy="27715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11652456" y="6343371"/>
            <a:ext cx="169196" cy="163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38100" lvl="0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" lvl="1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8100" lvl="2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8100" lvl="3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8100" lvl="4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8100" lvl="5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8100" lvl="6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8100" lvl="7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8100" lvl="8" marL="381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i="0" sz="1067" u="none" cap="none" strike="noStrike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3810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26950" y="369980"/>
            <a:ext cx="10737749" cy="7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586" y="1600120"/>
            <a:ext cx="10972544" cy="5257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892663" y="6169774"/>
            <a:ext cx="2844734" cy="369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/>
        </p:nvSpPr>
        <p:spPr>
          <a:xfrm>
            <a:off x="386922" y="1395066"/>
            <a:ext cx="11417733" cy="548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1867"/>
              <a:buFont typeface="Proxima Nova"/>
              <a:buNone/>
            </a:pPr>
            <a:r>
              <a:rPr b="1" i="0" lang="en" sz="1867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Easier root cause analysis, faster retraining and redeploying. Easy production data retraining. </a:t>
            </a:r>
            <a:endParaRPr b="0" i="0" sz="1867" u="none" cap="none" strike="noStrike">
              <a:solidFill>
                <a:srgbClr val="4936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369989" y="554971"/>
            <a:ext cx="11451732" cy="821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4000"/>
              <a:buFont typeface="Montserrat SemiBold"/>
              <a:buNone/>
            </a:pPr>
            <a:r>
              <a:rPr b="1" i="0" lang="en" sz="4000" u="none" cap="none" strike="noStrike">
                <a:solidFill>
                  <a:srgbClr val="24146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Library: Store &gt;</a:t>
            </a:r>
            <a:r>
              <a:rPr b="1" lang="en" sz="4000">
                <a:solidFill>
                  <a:srgbClr val="24146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25</a:t>
            </a:r>
            <a:r>
              <a:rPr b="1" i="0" lang="en" sz="4000" u="none" cap="none" strike="noStrike">
                <a:solidFill>
                  <a:srgbClr val="24146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,000 images on device.</a:t>
            </a:r>
            <a:endParaRPr b="0" i="0" sz="1867" u="none" cap="none" strike="noStrike">
              <a:solidFill>
                <a:srgbClr val="4936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{{ library_capture }}" id="261" name="Google Shape;261;p33"/>
          <p:cNvSpPr/>
          <p:nvPr/>
        </p:nvSpPr>
        <p:spPr>
          <a:xfrm>
            <a:off x="964735" y="2024829"/>
            <a:ext cx="6886640" cy="4387781"/>
          </a:xfrm>
          <a:prstGeom prst="rect">
            <a:avLst/>
          </a:prstGeom>
          <a:solidFill>
            <a:srgbClr val="190E42"/>
          </a:solidFill>
          <a:ln cap="flat" cmpd="sng" w="45132">
            <a:solidFill>
              <a:srgbClr val="AF9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867"/>
              <a:buFont typeface="Arial"/>
              <a:buNone/>
            </a:pPr>
            <a:r>
              <a:rPr b="0" i="0" lang="en" sz="1867" u="none" cap="none" strike="noStrike">
                <a:solidFill>
                  <a:srgbClr val="FAF9FE"/>
                </a:solidFill>
                <a:latin typeface="Arial"/>
                <a:ea typeface="Arial"/>
                <a:cs typeface="Arial"/>
                <a:sym typeface="Arial"/>
              </a:rPr>
              <a:t>Insert screenshot here of result view</a:t>
            </a:r>
            <a:endParaRPr b="0" i="0" sz="1867" u="none" cap="none" strike="noStrike">
              <a:solidFill>
                <a:srgbClr val="4936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8432696" y="2020229"/>
            <a:ext cx="3478718" cy="1641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1867"/>
              <a:buFont typeface="Proxima Nova"/>
              <a:buChar char="•"/>
            </a:pPr>
            <a:r>
              <a:rPr b="1" i="0" lang="en" sz="1867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Storage of training </a:t>
            </a:r>
            <a:r>
              <a:rPr b="1" i="0" lang="en" sz="1867" u="sng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AND</a:t>
            </a:r>
            <a:r>
              <a:rPr b="1" i="0" lang="en" sz="1867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 production data on the camera itself</a:t>
            </a:r>
            <a:endParaRPr b="0" i="0" sz="1867" u="none" cap="none" strike="noStrike">
              <a:solidFill>
                <a:srgbClr val="49369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41465"/>
              </a:buClr>
              <a:buSzPts val="1867"/>
              <a:buFont typeface="Proxima Nova"/>
              <a:buChar char="•"/>
            </a:pPr>
            <a:r>
              <a:rPr b="1" i="0" lang="en" sz="1867" u="none" cap="none" strike="noStrike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Able to leverage directly to retrain models</a:t>
            </a:r>
            <a:endParaRPr b="1" i="0" sz="1867" u="none" cap="none" strike="noStrike">
              <a:solidFill>
                <a:srgbClr val="2414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