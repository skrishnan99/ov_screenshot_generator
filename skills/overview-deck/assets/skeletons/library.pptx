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">
  <p:cSld name="CUSTOM_21_1_1_1">
    <p:bg>
      <p:bgPr>
        <a:solidFill>
          <a:schemeClr val="accent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2" name="Google Shape;82;p15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83" name="Google Shape;83;p15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 type="tx">
  <p:cSld name="TITLE_AND_BODY">
    <p:bg>
      <p:bgPr>
        <a:solidFill>
          <a:srgbClr val="49369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56" name="Google Shape;56;p14"/>
          <p:cNvSpPr/>
          <p:nvPr/>
        </p:nvSpPr>
        <p:spPr>
          <a:xfrm>
            <a:off x="6108981" y="0"/>
            <a:ext cx="6082649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14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067"/>
              <a:buFont typeface="Montserrat"/>
              <a:buNone/>
              <a:defRPr b="1" sz="1067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58" name="Google Shape;58;p14"/>
          <p:cNvCxnSpPr/>
          <p:nvPr/>
        </p:nvCxnSpPr>
        <p:spPr>
          <a:xfrm rot="10800000">
            <a:off x="6113894" y="177022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" name="Google Shape;59;p14"/>
          <p:cNvCxnSpPr/>
          <p:nvPr/>
        </p:nvCxnSpPr>
        <p:spPr>
          <a:xfrm rot="10800000">
            <a:off x="6113894" y="241955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" name="Google Shape;60;p14"/>
          <p:cNvCxnSpPr/>
          <p:nvPr/>
        </p:nvCxnSpPr>
        <p:spPr>
          <a:xfrm rot="10800000">
            <a:off x="6113894" y="3068961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1" name="Google Shape;61;p14"/>
          <p:cNvCxnSpPr/>
          <p:nvPr/>
        </p:nvCxnSpPr>
        <p:spPr>
          <a:xfrm rot="10800000">
            <a:off x="6113894" y="3718360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" name="Google Shape;62;p14"/>
          <p:cNvCxnSpPr/>
          <p:nvPr/>
        </p:nvCxnSpPr>
        <p:spPr>
          <a:xfrm rot="10800000">
            <a:off x="6113894" y="436776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" name="Google Shape;63;p14"/>
          <p:cNvCxnSpPr/>
          <p:nvPr/>
        </p:nvCxnSpPr>
        <p:spPr>
          <a:xfrm rot="10800000">
            <a:off x="6113894" y="501709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" name="Google Shape;64;p14"/>
          <p:cNvCxnSpPr/>
          <p:nvPr/>
        </p:nvCxnSpPr>
        <p:spPr>
          <a:xfrm rot="10800000">
            <a:off x="6113894" y="56665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" name="Google Shape;65;p14"/>
          <p:cNvCxnSpPr/>
          <p:nvPr/>
        </p:nvCxnSpPr>
        <p:spPr>
          <a:xfrm rot="10800000">
            <a:off x="6113894" y="63158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" name="Google Shape;66;p14"/>
          <p:cNvCxnSpPr/>
          <p:nvPr/>
        </p:nvCxnSpPr>
        <p:spPr>
          <a:xfrm rot="10800000">
            <a:off x="6113894" y="47141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" name="Google Shape;67;p14"/>
          <p:cNvCxnSpPr/>
          <p:nvPr/>
        </p:nvCxnSpPr>
        <p:spPr>
          <a:xfrm rot="10800000">
            <a:off x="6113894" y="1120819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" name="Google Shape;68;p14"/>
          <p:cNvGrpSpPr/>
          <p:nvPr/>
        </p:nvGrpSpPr>
        <p:grpSpPr>
          <a:xfrm>
            <a:off x="6115350" y="-136"/>
            <a:ext cx="5783159" cy="6857896"/>
            <a:chOff x="-1" y="0"/>
            <a:chExt cx="5783158" cy="6857894"/>
          </a:xfrm>
        </p:grpSpPr>
        <p:cxnSp>
          <p:nvCxnSpPr>
            <p:cNvPr id="69" name="Google Shape;69;p14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0" name="Google Shape;70;p14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1" name="Google Shape;71;p14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2" name="Google Shape;72;p14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3" name="Google Shape;73;p14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4" name="Google Shape;74;p14"/>
            <p:cNvCxnSpPr/>
            <p:nvPr/>
          </p:nvCxnSpPr>
          <p:spPr>
            <a:xfrm flipH="1">
              <a:off x="3212684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5" name="Google Shape;75;p14"/>
            <p:cNvCxnSpPr/>
            <p:nvPr/>
          </p:nvCxnSpPr>
          <p:spPr>
            <a:xfrm flipH="1">
              <a:off x="385532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6" name="Google Shape;76;p14"/>
            <p:cNvCxnSpPr/>
            <p:nvPr/>
          </p:nvCxnSpPr>
          <p:spPr>
            <a:xfrm flipH="1">
              <a:off x="449786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7" name="Google Shape;77;p14"/>
            <p:cNvCxnSpPr/>
            <p:nvPr/>
          </p:nvCxnSpPr>
          <p:spPr>
            <a:xfrm flipH="1">
              <a:off x="5140522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78" name="Google Shape;78;p14"/>
            <p:cNvCxnSpPr/>
            <p:nvPr/>
          </p:nvCxnSpPr>
          <p:spPr>
            <a:xfrm flipH="1">
              <a:off x="57831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79" name="Google Shape;79;p14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1">
  <p:cSld name="CUSTOM_11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/>
          <p:nvPr>
            <p:ph idx="2" type="pic"/>
          </p:nvPr>
        </p:nvSpPr>
        <p:spPr>
          <a:xfrm>
            <a:off x="369989" y="979441"/>
            <a:ext cx="1845155" cy="2213546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23"/>
          <p:cNvSpPr/>
          <p:nvPr>
            <p:ph idx="3" type="pic"/>
          </p:nvPr>
        </p:nvSpPr>
        <p:spPr>
          <a:xfrm>
            <a:off x="369989" y="3361481"/>
            <a:ext cx="1845155" cy="2505540"/>
          </a:xfrm>
          <a:prstGeom prst="rect">
            <a:avLst/>
          </a:prstGeom>
          <a:noFill/>
          <a:ln>
            <a:noFill/>
          </a:ln>
        </p:spPr>
      </p:sp>
      <p:sp>
        <p:nvSpPr>
          <p:cNvPr id="180" name="Google Shape;180;p23"/>
          <p:cNvSpPr/>
          <p:nvPr>
            <p:ph idx="4" type="pic"/>
          </p:nvPr>
        </p:nvSpPr>
        <p:spPr>
          <a:xfrm>
            <a:off x="2490115" y="1134505"/>
            <a:ext cx="3452315" cy="4577485"/>
          </a:xfrm>
          <a:prstGeom prst="rect">
            <a:avLst/>
          </a:prstGeom>
          <a:noFill/>
          <a:ln>
            <a:noFill/>
          </a:ln>
        </p:spPr>
      </p:sp>
      <p:sp>
        <p:nvSpPr>
          <p:cNvPr id="181" name="Google Shape;181;p23"/>
          <p:cNvSpPr txBox="1"/>
          <p:nvPr>
            <p:ph type="title"/>
          </p:nvPr>
        </p:nvSpPr>
        <p:spPr>
          <a:xfrm>
            <a:off x="7704039" y="2400939"/>
            <a:ext cx="3760707" cy="1364767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Montserrat"/>
              <a:buNone/>
              <a:defRPr b="1" sz="2400">
                <a:latin typeface="Montserrat"/>
                <a:ea typeface="Montserrat"/>
                <a:cs typeface="Montserrat"/>
                <a:sym typeface="Montserrat"/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25;p10" id="183" name="Google Shape;183;p23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3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">
  <p:cSld name="CUSTOM_12">
    <p:bg>
      <p:bgPr>
        <a:solidFill>
          <a:schemeClr val="accent2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4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87" name="Google Shape;187;p24"/>
          <p:cNvSpPr txBox="1"/>
          <p:nvPr>
            <p:ph idx="1" type="body"/>
          </p:nvPr>
        </p:nvSpPr>
        <p:spPr>
          <a:xfrm>
            <a:off x="6095847" y="3428914"/>
            <a:ext cx="4779882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■"/>
              <a:defRPr>
                <a:solidFill>
                  <a:srgbClr val="493691"/>
                </a:solidFill>
              </a:defRPr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●"/>
              <a:defRPr>
                <a:solidFill>
                  <a:srgbClr val="493691"/>
                </a:solidFill>
              </a:defRPr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Char char="○"/>
              <a:defRPr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88" name="Google Shape;188;p24"/>
          <p:cNvSpPr txBox="1"/>
          <p:nvPr>
            <p:ph idx="2" type="body"/>
          </p:nvPr>
        </p:nvSpPr>
        <p:spPr>
          <a:xfrm>
            <a:off x="369989" y="3428902"/>
            <a:ext cx="4779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32;p11" id="189" name="Google Shape;189;p24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24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2_1">
  <p:cSld name="CUSTOM_12_1">
    <p:bg>
      <p:bgPr>
        <a:solidFill>
          <a:schemeClr val="accent2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type="title"/>
          </p:nvPr>
        </p:nvSpPr>
        <p:spPr>
          <a:xfrm>
            <a:off x="369989" y="554985"/>
            <a:ext cx="4841082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93" name="Google Shape;193;p25"/>
          <p:cNvSpPr txBox="1"/>
          <p:nvPr>
            <p:ph idx="1" type="body"/>
          </p:nvPr>
        </p:nvSpPr>
        <p:spPr>
          <a:xfrm>
            <a:off x="6452739" y="1120571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857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857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857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■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857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●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857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200"/>
              <a:buChar char="○"/>
              <a:defRPr sz="1200">
                <a:solidFill>
                  <a:schemeClr val="accent3"/>
                </a:solidFill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2.pngGoogle Shape;140;p12" id="194" name="Google Shape;194;p25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check.pngGoogle Shape;141;p12" id="195" name="Google Shape;195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813845"/>
            <a:ext cx="255995" cy="255996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25"/>
          <p:cNvSpPr txBox="1"/>
          <p:nvPr>
            <p:ph idx="2" type="body"/>
          </p:nvPr>
        </p:nvSpPr>
        <p:spPr>
          <a:xfrm>
            <a:off x="6452739" y="2461070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4;p12" id="197" name="Google Shape;19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21543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25"/>
          <p:cNvSpPr txBox="1"/>
          <p:nvPr>
            <p:ph idx="3" type="body"/>
          </p:nvPr>
        </p:nvSpPr>
        <p:spPr>
          <a:xfrm>
            <a:off x="6452739" y="3801570"/>
            <a:ext cx="5011876" cy="99237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47;p12" id="199" name="Google Shape;199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3494846"/>
            <a:ext cx="255995" cy="255995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5"/>
          <p:cNvSpPr txBox="1"/>
          <p:nvPr>
            <p:ph idx="4" type="body"/>
          </p:nvPr>
        </p:nvSpPr>
        <p:spPr>
          <a:xfrm>
            <a:off x="6452739" y="5153004"/>
            <a:ext cx="5011876" cy="99237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check.pngGoogle Shape;150;p12" id="201" name="Google Shape;20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3048" y="4846277"/>
            <a:ext cx="255995" cy="25599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2" name="Google Shape;202;p25"/>
          <p:cNvCxnSpPr/>
          <p:nvPr/>
        </p:nvCxnSpPr>
        <p:spPr>
          <a:xfrm flipH="1">
            <a:off x="5703924" y="383190"/>
            <a:ext cx="1" cy="6097849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" name="Google Shape;203;p25"/>
          <p:cNvSpPr txBox="1"/>
          <p:nvPr>
            <p:ph idx="5" type="body"/>
          </p:nvPr>
        </p:nvSpPr>
        <p:spPr>
          <a:xfrm>
            <a:off x="369989" y="1415785"/>
            <a:ext cx="4571488" cy="26823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4" name="Google Shape;204;p25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3">
  <p:cSld name="CUSTOM_13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6"/>
          <p:cNvSpPr txBox="1"/>
          <p:nvPr/>
        </p:nvSpPr>
        <p:spPr>
          <a:xfrm>
            <a:off x="369989" y="2579837"/>
            <a:ext cx="1106775" cy="153069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07" name="Google Shape;207;p26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08" name="Google Shape;208;p26"/>
          <p:cNvSpPr txBox="1"/>
          <p:nvPr>
            <p:ph idx="1" type="body"/>
          </p:nvPr>
        </p:nvSpPr>
        <p:spPr>
          <a:xfrm>
            <a:off x="726948" y="4963874"/>
            <a:ext cx="4733882" cy="142236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Montserrat"/>
              <a:buNone/>
              <a:defRPr b="1" sz="1200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09" name="Google Shape;209;p26"/>
          <p:cNvSpPr txBox="1"/>
          <p:nvPr>
            <p:ph idx="2" type="body"/>
          </p:nvPr>
        </p:nvSpPr>
        <p:spPr>
          <a:xfrm>
            <a:off x="726948" y="3087021"/>
            <a:ext cx="4733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10" name="Google Shape;210;p26"/>
          <p:cNvSpPr txBox="1"/>
          <p:nvPr/>
        </p:nvSpPr>
        <p:spPr>
          <a:xfrm>
            <a:off x="5745580" y="2579837"/>
            <a:ext cx="1106774" cy="1530696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8400"/>
              <a:buFont typeface="Work Sans"/>
              <a:buNone/>
            </a:pPr>
            <a:r>
              <a:rPr b="1" i="0" lang="en" sz="8400" u="none" cap="none" strike="noStrike">
                <a:solidFill>
                  <a:srgbClr val="493691"/>
                </a:solidFill>
                <a:latin typeface="Work Sans"/>
                <a:ea typeface="Work Sans"/>
                <a:cs typeface="Work Sans"/>
                <a:sym typeface="Work Sans"/>
              </a:rPr>
              <a:t>“</a:t>
            </a:r>
            <a:endParaRPr/>
          </a:p>
        </p:txBody>
      </p:sp>
      <p:sp>
        <p:nvSpPr>
          <p:cNvPr id="211" name="Google Shape;211;p26"/>
          <p:cNvSpPr txBox="1"/>
          <p:nvPr>
            <p:ph idx="3" type="body"/>
          </p:nvPr>
        </p:nvSpPr>
        <p:spPr>
          <a:xfrm>
            <a:off x="6102537" y="3087021"/>
            <a:ext cx="4733883" cy="1463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4;p13" id="212" name="Google Shape;212;p26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6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5">
  <p:cSld name="CUSTOM_15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7"/>
          <p:cNvSpPr txBox="1"/>
          <p:nvPr>
            <p:ph type="title"/>
          </p:nvPr>
        </p:nvSpPr>
        <p:spPr>
          <a:xfrm>
            <a:off x="7095722" y="674783"/>
            <a:ext cx="4725883" cy="7723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667"/>
              <a:buFont typeface="Montserrat SemiBold"/>
              <a:buNone/>
              <a:defRPr sz="2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16" name="Google Shape;216;p27"/>
          <p:cNvSpPr/>
          <p:nvPr>
            <p:ph idx="2" type="pic"/>
          </p:nvPr>
        </p:nvSpPr>
        <p:spPr>
          <a:xfrm>
            <a:off x="6095847" y="702416"/>
            <a:ext cx="5369066" cy="5777455"/>
          </a:xfrm>
          <a:prstGeom prst="rect">
            <a:avLst/>
          </a:prstGeom>
          <a:noFill/>
          <a:ln>
            <a:noFill/>
          </a:ln>
        </p:spPr>
      </p:sp>
      <p:sp>
        <p:nvSpPr>
          <p:cNvPr id="217" name="Google Shape;217;p27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69;p14" id="218" name="Google Shape;218;p27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27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17_1">
  <p:cSld name="CUSTOM_17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8"/>
          <p:cNvSpPr txBox="1"/>
          <p:nvPr>
            <p:ph idx="1" type="body"/>
          </p:nvPr>
        </p:nvSpPr>
        <p:spPr>
          <a:xfrm>
            <a:off x="369989" y="4432758"/>
            <a:ext cx="2345543" cy="386792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467"/>
              <a:buFont typeface="Montserrat"/>
              <a:buNone/>
              <a:defRPr b="1">
                <a:solidFill>
                  <a:srgbClr val="E0DAFF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2" name="Google Shape;222;p28"/>
          <p:cNvSpPr/>
          <p:nvPr>
            <p:ph idx="2" type="pic"/>
          </p:nvPr>
        </p:nvSpPr>
        <p:spPr>
          <a:xfrm>
            <a:off x="385456" y="1782329"/>
            <a:ext cx="2334744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3" name="Google Shape;223;p28"/>
          <p:cNvSpPr/>
          <p:nvPr>
            <p:ph idx="3" type="pic"/>
          </p:nvPr>
        </p:nvSpPr>
        <p:spPr>
          <a:xfrm>
            <a:off x="2890178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4" name="Google Shape;224;p28"/>
          <p:cNvSpPr/>
          <p:nvPr>
            <p:ph idx="4" type="pic"/>
          </p:nvPr>
        </p:nvSpPr>
        <p:spPr>
          <a:xfrm>
            <a:off x="5394898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5" name="Google Shape;225;p28"/>
          <p:cNvSpPr/>
          <p:nvPr>
            <p:ph idx="5" type="pic"/>
          </p:nvPr>
        </p:nvSpPr>
        <p:spPr>
          <a:xfrm>
            <a:off x="7883420" y="1782329"/>
            <a:ext cx="2334743" cy="2363940"/>
          </a:xfrm>
          <a:prstGeom prst="rect">
            <a:avLst/>
          </a:prstGeom>
          <a:noFill/>
          <a:ln>
            <a:noFill/>
          </a:ln>
        </p:spPr>
      </p:sp>
      <p:sp>
        <p:nvSpPr>
          <p:cNvPr id="226" name="Google Shape;226;p28"/>
          <p:cNvSpPr txBox="1"/>
          <p:nvPr>
            <p:ph idx="6" type="body"/>
          </p:nvPr>
        </p:nvSpPr>
        <p:spPr>
          <a:xfrm>
            <a:off x="369989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7" name="Google Shape;227;p28"/>
          <p:cNvSpPr txBox="1"/>
          <p:nvPr>
            <p:ph idx="7" type="body"/>
          </p:nvPr>
        </p:nvSpPr>
        <p:spPr>
          <a:xfrm>
            <a:off x="2884778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8" name="Google Shape;228;p28"/>
          <p:cNvSpPr txBox="1"/>
          <p:nvPr>
            <p:ph idx="8" type="body"/>
          </p:nvPr>
        </p:nvSpPr>
        <p:spPr>
          <a:xfrm>
            <a:off x="5399566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29" name="Google Shape;229;p28"/>
          <p:cNvSpPr txBox="1"/>
          <p:nvPr>
            <p:ph idx="9" type="body"/>
          </p:nvPr>
        </p:nvSpPr>
        <p:spPr>
          <a:xfrm>
            <a:off x="7866621" y="4880001"/>
            <a:ext cx="2345543" cy="664785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30" name="Google Shape;230;p28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87;p15" id="231" name="Google Shape;231;p28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p28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29"/>
          <p:cNvSpPr/>
          <p:nvPr>
            <p:ph idx="2" type="pic"/>
          </p:nvPr>
        </p:nvSpPr>
        <p:spPr>
          <a:xfrm>
            <a:off x="369989" y="1560526"/>
            <a:ext cx="11451715" cy="4919478"/>
          </a:xfrm>
          <a:prstGeom prst="rect">
            <a:avLst/>
          </a:prstGeom>
          <a:noFill/>
          <a:ln>
            <a:noFill/>
          </a:ln>
        </p:spPr>
      </p:sp>
      <p:sp>
        <p:nvSpPr>
          <p:cNvPr id="235" name="Google Shape;235;p29"/>
          <p:cNvSpPr txBox="1"/>
          <p:nvPr>
            <p:ph type="title"/>
          </p:nvPr>
        </p:nvSpPr>
        <p:spPr>
          <a:xfrm>
            <a:off x="726948" y="369989"/>
            <a:ext cx="10737731" cy="7959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36" name="Google Shape;236;p29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_1_1">
  <p:cSld name="CUSTOM_21_1_1_1_1">
    <p:bg>
      <p:bgPr>
        <a:solidFill>
          <a:srgbClr val="49369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0"/>
          <p:cNvSpPr/>
          <p:nvPr/>
        </p:nvSpPr>
        <p:spPr>
          <a:xfrm>
            <a:off x="218060" y="205262"/>
            <a:ext cx="11737708" cy="6426639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0"/>
          <p:cNvSpPr txBox="1"/>
          <p:nvPr>
            <p:ph type="title"/>
          </p:nvPr>
        </p:nvSpPr>
        <p:spPr>
          <a:xfrm>
            <a:off x="609585" y="544516"/>
            <a:ext cx="10855328" cy="692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0" name="Google Shape;240;p30"/>
          <p:cNvSpPr/>
          <p:nvPr/>
        </p:nvSpPr>
        <p:spPr>
          <a:xfrm>
            <a:off x="10110579" y="6325275"/>
            <a:ext cx="2081149" cy="532788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0"/>
          <p:cNvSpPr txBox="1"/>
          <p:nvPr>
            <p:ph idx="1" type="body"/>
          </p:nvPr>
        </p:nvSpPr>
        <p:spPr>
          <a:xfrm>
            <a:off x="609585" y="1237034"/>
            <a:ext cx="5110273" cy="255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467"/>
              <a:buFont typeface="Host Grotesk SemiBold"/>
              <a:buNone/>
              <a:defRPr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42" name="Google Shape;242;p30"/>
          <p:cNvPicPr preferRelativeResize="0"/>
          <p:nvPr/>
        </p:nvPicPr>
        <p:blipFill rotWithShape="1">
          <a:blip r:embed="rId2">
            <a:alphaModFix/>
          </a:blip>
          <a:srcRect b="0" l="17014" r="0" t="0"/>
          <a:stretch/>
        </p:blipFill>
        <p:spPr>
          <a:xfrm>
            <a:off x="10348829" y="6426454"/>
            <a:ext cx="1136556" cy="255982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30"/>
          <p:cNvSpPr txBox="1"/>
          <p:nvPr>
            <p:ph idx="2" type="body"/>
          </p:nvPr>
        </p:nvSpPr>
        <p:spPr>
          <a:xfrm>
            <a:off x="609585" y="2203010"/>
            <a:ext cx="5486663" cy="26307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44" name="Google Shape;244;p30"/>
          <p:cNvSpPr txBox="1"/>
          <p:nvPr>
            <p:ph idx="12" type="sldNum"/>
          </p:nvPr>
        </p:nvSpPr>
        <p:spPr>
          <a:xfrm>
            <a:off x="11767890" y="6471821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ference A">
  <p:cSld name="Conference A">
    <p:bg>
      <p:bgPr>
        <a:solidFill>
          <a:srgbClr val="493691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1"/>
          <p:cNvSpPr/>
          <p:nvPr/>
        </p:nvSpPr>
        <p:spPr>
          <a:xfrm>
            <a:off x="218061" y="205262"/>
            <a:ext cx="11737708" cy="6426641"/>
          </a:xfrm>
          <a:prstGeom prst="roundRect">
            <a:avLst>
              <a:gd fmla="val 1636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1"/>
          <p:cNvSpPr txBox="1"/>
          <p:nvPr>
            <p:ph type="title"/>
          </p:nvPr>
        </p:nvSpPr>
        <p:spPr>
          <a:xfrm>
            <a:off x="609585" y="544514"/>
            <a:ext cx="10855328" cy="6923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48" name="Google Shape;248;p31"/>
          <p:cNvSpPr/>
          <p:nvPr/>
        </p:nvSpPr>
        <p:spPr>
          <a:xfrm>
            <a:off x="10110579" y="6325274"/>
            <a:ext cx="2081149" cy="532788"/>
          </a:xfrm>
          <a:prstGeom prst="roundRect">
            <a:avLst>
              <a:gd fmla="val 16667" name="adj"/>
            </a:avLst>
          </a:prstGeom>
          <a:solidFill>
            <a:srgbClr val="493691"/>
          </a:solidFill>
          <a:ln>
            <a:noFill/>
          </a:ln>
        </p:spPr>
        <p:txBody>
          <a:bodyPr anchorCtr="0" anchor="ctr" bIns="45699" lIns="45699" spcFirstLastPara="1" rIns="45699" wrap="square" tIns="45699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1"/>
          <p:cNvSpPr txBox="1"/>
          <p:nvPr>
            <p:ph idx="1" type="body"/>
          </p:nvPr>
        </p:nvSpPr>
        <p:spPr>
          <a:xfrm>
            <a:off x="609585" y="1237036"/>
            <a:ext cx="5110273" cy="255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B5E9D"/>
              </a:buClr>
              <a:buSzPts val="1067"/>
              <a:buFont typeface="Host Grotesk SemiBold"/>
              <a:buNone/>
              <a:defRPr sz="1067">
                <a:solidFill>
                  <a:srgbClr val="6B5E9D"/>
                </a:solidFill>
                <a:latin typeface="Host Grotesk SemiBold"/>
                <a:ea typeface="Host Grotesk SemiBold"/>
                <a:cs typeface="Host Grotesk SemiBold"/>
                <a:sym typeface="Host Grotesk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197;p17" id="250" name="Google Shape;250;p31"/>
          <p:cNvPicPr preferRelativeResize="0"/>
          <p:nvPr/>
        </p:nvPicPr>
        <p:blipFill rotWithShape="1">
          <a:blip r:embed="rId2">
            <a:alphaModFix/>
          </a:blip>
          <a:srcRect b="0" l="17013" r="0" t="0"/>
          <a:stretch/>
        </p:blipFill>
        <p:spPr>
          <a:xfrm>
            <a:off x="10348828" y="6426455"/>
            <a:ext cx="1136569" cy="25598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1"/>
          <p:cNvSpPr txBox="1"/>
          <p:nvPr>
            <p:ph idx="2" type="body"/>
          </p:nvPr>
        </p:nvSpPr>
        <p:spPr>
          <a:xfrm>
            <a:off x="609585" y="2203012"/>
            <a:ext cx="5486663" cy="26307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252" name="Google Shape;252;p31"/>
          <p:cNvSpPr txBox="1"/>
          <p:nvPr>
            <p:ph idx="12" type="sldNum"/>
          </p:nvPr>
        </p:nvSpPr>
        <p:spPr>
          <a:xfrm>
            <a:off x="11767890" y="6471821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798" lvl="0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798" lvl="1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798" lvl="2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798" lvl="3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798" lvl="4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798" lvl="5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798" lvl="6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798" lvl="7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798" lvl="8" marL="5079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933"/>
              <a:buFont typeface="Montserrat"/>
              <a:buNone/>
              <a:defRPr b="1" sz="933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798" lvl="0" marL="50798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rgbClr val="FFFFFF"/>
        </a:solidFill>
      </p:bgPr>
    </p:bg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2"/>
          <p:cNvSpPr txBox="1"/>
          <p:nvPr>
            <p:ph idx="12" type="sldNum"/>
          </p:nvPr>
        </p:nvSpPr>
        <p:spPr>
          <a:xfrm>
            <a:off x="11673899" y="6332976"/>
            <a:ext cx="466443" cy="453909"/>
          </a:xfrm>
          <a:prstGeom prst="rect">
            <a:avLst/>
          </a:prstGeom>
          <a:noFill/>
          <a:ln>
            <a:noFill/>
          </a:ln>
        </p:spPr>
        <p:txBody>
          <a:bodyPr anchorCtr="0" anchor="t" bIns="111731" lIns="111731" spcFirstLastPara="1" rIns="111731" wrap="square" tIns="111731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b="0" i="0" u="none" cap="none" strike="noStrike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">
  <p:cSld name="BLANK_1_1_1">
    <p:bg>
      <p:bgPr>
        <a:solidFill>
          <a:srgbClr val="493691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/>
          <p:nvPr/>
        </p:nvSpPr>
        <p:spPr>
          <a:xfrm>
            <a:off x="375889" y="368323"/>
            <a:ext cx="11451715" cy="6131848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6"/>
          <p:cNvSpPr txBox="1"/>
          <p:nvPr>
            <p:ph type="title"/>
          </p:nvPr>
        </p:nvSpPr>
        <p:spPr>
          <a:xfrm>
            <a:off x="3464545" y="4657317"/>
            <a:ext cx="7980203" cy="1326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5333"/>
              <a:buFont typeface="Montserrat SemiBold"/>
              <a:buNone/>
              <a:defRPr sz="5333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87" name="Google Shape;87;p16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4">
  <p:cSld name="CUSTOM_24">
    <p:bg>
      <p:bgPr>
        <a:solidFill>
          <a:schemeClr val="accen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7"/>
          <p:cNvSpPr txBox="1"/>
          <p:nvPr>
            <p:ph idx="1" type="body"/>
          </p:nvPr>
        </p:nvSpPr>
        <p:spPr>
          <a:xfrm>
            <a:off x="557234" y="3550890"/>
            <a:ext cx="1783155" cy="52118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1467"/>
              <a:buFont typeface="Montserrat SemiBold"/>
              <a:buNone/>
              <a:defRPr>
                <a:solidFill>
                  <a:srgbClr val="493691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2" type="body"/>
          </p:nvPr>
        </p:nvSpPr>
        <p:spPr>
          <a:xfrm>
            <a:off x="557067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1" name="Google Shape;91;p17"/>
          <p:cNvSpPr txBox="1"/>
          <p:nvPr>
            <p:ph idx="3" type="body"/>
          </p:nvPr>
        </p:nvSpPr>
        <p:spPr>
          <a:xfrm>
            <a:off x="2889694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2" name="Google Shape;92;p17"/>
          <p:cNvSpPr txBox="1"/>
          <p:nvPr>
            <p:ph idx="4" type="body"/>
          </p:nvPr>
        </p:nvSpPr>
        <p:spPr>
          <a:xfrm>
            <a:off x="5204270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3" name="Google Shape;93;p17"/>
          <p:cNvSpPr txBox="1"/>
          <p:nvPr>
            <p:ph idx="5" type="body"/>
          </p:nvPr>
        </p:nvSpPr>
        <p:spPr>
          <a:xfrm>
            <a:off x="7531310" y="4250340"/>
            <a:ext cx="1783157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4" name="Google Shape;94;p17"/>
          <p:cNvSpPr txBox="1"/>
          <p:nvPr>
            <p:ph idx="6" type="body"/>
          </p:nvPr>
        </p:nvSpPr>
        <p:spPr>
          <a:xfrm>
            <a:off x="9846808" y="4250340"/>
            <a:ext cx="1783155" cy="1569162"/>
          </a:xfrm>
          <a:prstGeom prst="rect">
            <a:avLst/>
          </a:prstGeom>
          <a:noFill/>
          <a:ln>
            <a:noFill/>
          </a:ln>
        </p:spPr>
        <p:txBody>
          <a:bodyPr anchorCtr="0" anchor="t" bIns="121864" lIns="121864" spcFirstLastPara="1" rIns="121864" wrap="square" tIns="121864">
            <a:normAutofit/>
          </a:bodyPr>
          <a:lstStyle>
            <a:lvl1pPr indent="-29845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1pPr>
            <a:lvl2pPr indent="-29845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2pPr>
            <a:lvl3pPr indent="-29845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3pPr>
            <a:lvl4pPr indent="-29845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4pPr>
            <a:lvl5pPr indent="-29845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95" name="Google Shape;95;p17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4000"/>
              <a:buFont typeface="Montserrat SemiBold"/>
              <a:buNone/>
              <a:defRPr>
                <a:solidFill>
                  <a:srgbClr val="49369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2.pngGoogle Shape;37;p4" id="96" name="Google Shape;96;p17"/>
          <p:cNvPicPr preferRelativeResize="0"/>
          <p:nvPr/>
        </p:nvPicPr>
        <p:blipFill rotWithShape="1">
          <a:blip r:embed="rId2">
            <a:alphaModFix/>
          </a:blip>
          <a:srcRect b="0" l="24471" r="0" t="0"/>
          <a:stretch/>
        </p:blipFill>
        <p:spPr>
          <a:xfrm>
            <a:off x="10648199" y="273526"/>
            <a:ext cx="1184038" cy="33712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7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5">
  <p:cSld name="CUSTOM_25">
    <p:bg>
      <p:bgPr>
        <a:solidFill>
          <a:srgbClr val="493691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/>
          <p:nvPr>
            <p:ph type="title"/>
          </p:nvPr>
        </p:nvSpPr>
        <p:spPr>
          <a:xfrm>
            <a:off x="379790" y="1883053"/>
            <a:ext cx="5225469" cy="3010725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00" name="Google Shape;100;p18"/>
          <p:cNvSpPr/>
          <p:nvPr/>
        </p:nvSpPr>
        <p:spPr>
          <a:xfrm>
            <a:off x="6108981" y="0"/>
            <a:ext cx="6082649" cy="6857828"/>
          </a:xfrm>
          <a:prstGeom prst="rect">
            <a:avLst/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198661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8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93691"/>
              </a:buClr>
              <a:buSzPts val="3200"/>
              <a:buFont typeface="Montserrat"/>
              <a:buNone/>
              <a:defRPr b="1" sz="3200">
                <a:solidFill>
                  <a:srgbClr val="49369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02" name="Google Shape;102;p18"/>
          <p:cNvCxnSpPr/>
          <p:nvPr/>
        </p:nvCxnSpPr>
        <p:spPr>
          <a:xfrm rot="10800000">
            <a:off x="6113894" y="177022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3" name="Google Shape;103;p18"/>
          <p:cNvCxnSpPr/>
          <p:nvPr/>
        </p:nvCxnSpPr>
        <p:spPr>
          <a:xfrm rot="10800000">
            <a:off x="6113894" y="241955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4" name="Google Shape;104;p18"/>
          <p:cNvCxnSpPr/>
          <p:nvPr/>
        </p:nvCxnSpPr>
        <p:spPr>
          <a:xfrm rot="10800000">
            <a:off x="6113894" y="3068961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5" name="Google Shape;105;p18"/>
          <p:cNvCxnSpPr/>
          <p:nvPr/>
        </p:nvCxnSpPr>
        <p:spPr>
          <a:xfrm rot="10800000">
            <a:off x="6113894" y="3718360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6" name="Google Shape;106;p18"/>
          <p:cNvCxnSpPr/>
          <p:nvPr/>
        </p:nvCxnSpPr>
        <p:spPr>
          <a:xfrm rot="10800000">
            <a:off x="6113894" y="436776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18"/>
          <p:cNvCxnSpPr/>
          <p:nvPr/>
        </p:nvCxnSpPr>
        <p:spPr>
          <a:xfrm rot="10800000">
            <a:off x="6113894" y="5017097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18"/>
          <p:cNvCxnSpPr/>
          <p:nvPr/>
        </p:nvCxnSpPr>
        <p:spPr>
          <a:xfrm rot="10800000">
            <a:off x="6113894" y="56665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18"/>
          <p:cNvCxnSpPr/>
          <p:nvPr/>
        </p:nvCxnSpPr>
        <p:spPr>
          <a:xfrm rot="10800000">
            <a:off x="6113894" y="6315802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18"/>
          <p:cNvCxnSpPr/>
          <p:nvPr/>
        </p:nvCxnSpPr>
        <p:spPr>
          <a:xfrm rot="10800000">
            <a:off x="6113894" y="471415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18"/>
          <p:cNvCxnSpPr/>
          <p:nvPr/>
        </p:nvCxnSpPr>
        <p:spPr>
          <a:xfrm rot="10800000">
            <a:off x="6113894" y="1120819"/>
            <a:ext cx="6082649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18"/>
          <p:cNvGrpSpPr/>
          <p:nvPr/>
        </p:nvGrpSpPr>
        <p:grpSpPr>
          <a:xfrm>
            <a:off x="6115350" y="-136"/>
            <a:ext cx="5783159" cy="6857896"/>
            <a:chOff x="-1" y="0"/>
            <a:chExt cx="5783158" cy="6857894"/>
          </a:xfrm>
        </p:grpSpPr>
        <p:cxnSp>
          <p:nvCxnSpPr>
            <p:cNvPr id="113" name="Google Shape;113;p18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4" name="Google Shape;114;p18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5" name="Google Shape;115;p18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6" name="Google Shape;116;p18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7" name="Google Shape;117;p18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8" name="Google Shape;118;p18"/>
            <p:cNvCxnSpPr/>
            <p:nvPr/>
          </p:nvCxnSpPr>
          <p:spPr>
            <a:xfrm flipH="1">
              <a:off x="3212684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19" name="Google Shape;119;p18"/>
            <p:cNvCxnSpPr/>
            <p:nvPr/>
          </p:nvCxnSpPr>
          <p:spPr>
            <a:xfrm flipH="1">
              <a:off x="385532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0" name="Google Shape;120;p18"/>
            <p:cNvCxnSpPr/>
            <p:nvPr/>
          </p:nvCxnSpPr>
          <p:spPr>
            <a:xfrm flipH="1">
              <a:off x="449786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1" name="Google Shape;121;p18"/>
            <p:cNvCxnSpPr/>
            <p:nvPr/>
          </p:nvCxnSpPr>
          <p:spPr>
            <a:xfrm flipH="1">
              <a:off x="5140522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22" name="Google Shape;122;p18"/>
            <p:cNvCxnSpPr/>
            <p:nvPr/>
          </p:nvCxnSpPr>
          <p:spPr>
            <a:xfrm flipH="1">
              <a:off x="57831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123" name="Google Shape;123;p18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3" type="title">
  <p:cSld name="TITLE">
    <p:bg>
      <p:bgPr>
        <a:solidFill>
          <a:srgbClr val="493691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9"/>
          <p:cNvSpPr/>
          <p:nvPr/>
        </p:nvSpPr>
        <p:spPr>
          <a:xfrm rot="10800000">
            <a:off x="375889" y="368323"/>
            <a:ext cx="11451715" cy="6131848"/>
          </a:xfrm>
          <a:prstGeom prst="roundRect">
            <a:avLst>
              <a:gd fmla="val 2502" name="adj"/>
            </a:avLst>
          </a:prstGeom>
          <a:gradFill>
            <a:gsLst>
              <a:gs pos="0">
                <a:srgbClr val="241465"/>
              </a:gs>
              <a:gs pos="100000">
                <a:srgbClr val="493691"/>
              </a:gs>
            </a:gsLst>
            <a:lin ang="16200038" scaled="0"/>
          </a:gra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67"/>
              <a:buFont typeface="Montserrat"/>
              <a:buNone/>
            </a:pPr>
            <a:r>
              <a:t/>
            </a:r>
            <a:endParaRPr b="0" i="0" sz="1867" u="none" cap="none" strike="noStrike">
              <a:solidFill>
                <a:schemeClr val="accent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19"/>
          <p:cNvSpPr txBox="1"/>
          <p:nvPr>
            <p:ph idx="1" type="body"/>
          </p:nvPr>
        </p:nvSpPr>
        <p:spPr>
          <a:xfrm>
            <a:off x="1094643" y="5230676"/>
            <a:ext cx="7812207" cy="6035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1pPr>
            <a:lvl2pPr indent="-2286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2pPr>
            <a:lvl3pPr indent="-2286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3pPr>
            <a:lvl4pPr indent="-2286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4pPr>
            <a:lvl5pPr indent="-2286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Montserrat Medium"/>
              <a:buNone/>
              <a:defRPr>
                <a:latin typeface="Montserrat Medium"/>
                <a:ea typeface="Montserrat Medium"/>
                <a:cs typeface="Montserrat Medium"/>
                <a:sym typeface="Montserrat Medium"/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cxnSp>
        <p:nvCxnSpPr>
          <p:cNvPr id="127" name="Google Shape;127;p19"/>
          <p:cNvCxnSpPr/>
          <p:nvPr/>
        </p:nvCxnSpPr>
        <p:spPr>
          <a:xfrm>
            <a:off x="734482" y="1056740"/>
            <a:ext cx="10736931" cy="1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734482" y="6028883"/>
            <a:ext cx="10726530" cy="1"/>
          </a:xfrm>
          <a:prstGeom prst="straightConnector1">
            <a:avLst/>
          </a:prstGeom>
          <a:noFill/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19"/>
          <p:cNvSpPr txBox="1"/>
          <p:nvPr>
            <p:ph type="title"/>
          </p:nvPr>
        </p:nvSpPr>
        <p:spPr>
          <a:xfrm>
            <a:off x="1060672" y="2992532"/>
            <a:ext cx="8162197" cy="188075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6;p2" id="130" name="Google Shape;130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34480" y="622178"/>
            <a:ext cx="1482766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9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600">
                <a:solidFill>
                  <a:srgbClr val="000000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_21_1_1">
  <p:cSld name="CUSTOM_21_1_1"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/>
          <p:nvPr>
            <p:ph type="title"/>
          </p:nvPr>
        </p:nvSpPr>
        <p:spPr>
          <a:xfrm>
            <a:off x="369989" y="554985"/>
            <a:ext cx="11451715" cy="11799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34" name="Google Shape;134;p20"/>
          <p:cNvSpPr txBox="1"/>
          <p:nvPr>
            <p:ph idx="1" type="body"/>
          </p:nvPr>
        </p:nvSpPr>
        <p:spPr>
          <a:xfrm>
            <a:off x="369989" y="371791"/>
            <a:ext cx="5110275" cy="1831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67"/>
              <a:buFont typeface="Montserrat"/>
              <a:buNone/>
              <a:defRPr b="1" sz="1067"/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pic>
        <p:nvPicPr>
          <p:cNvPr descr="Logo-white.pngGoogle Shape;42;p5" id="135" name="Google Shape;135;p20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">
  <p:cSld name="BLANK_1_1_1_1_1_1">
    <p:bg>
      <p:bgPr>
        <a:solidFill>
          <a:srgbClr val="49369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21"/>
          <p:cNvCxnSpPr/>
          <p:nvPr/>
        </p:nvCxnSpPr>
        <p:spPr>
          <a:xfrm rot="10800000">
            <a:off x="-25234" y="471426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39" name="Google Shape;139;p21"/>
          <p:cNvCxnSpPr/>
          <p:nvPr/>
        </p:nvCxnSpPr>
        <p:spPr>
          <a:xfrm rot="10800000">
            <a:off x="-25234" y="1120828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0" name="Google Shape;140;p21"/>
          <p:cNvCxnSpPr/>
          <p:nvPr/>
        </p:nvCxnSpPr>
        <p:spPr>
          <a:xfrm rot="10800000">
            <a:off x="-25234" y="1770229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1" name="Google Shape;141;p21"/>
          <p:cNvCxnSpPr/>
          <p:nvPr/>
        </p:nvCxnSpPr>
        <p:spPr>
          <a:xfrm rot="10800000">
            <a:off x="-25234" y="2419561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42" name="Google Shape;142;p21"/>
          <p:cNvCxnSpPr/>
          <p:nvPr/>
        </p:nvCxnSpPr>
        <p:spPr>
          <a:xfrm rot="10800000">
            <a:off x="-25234" y="306896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43" name="Google Shape;143;p21"/>
          <p:cNvGrpSpPr/>
          <p:nvPr/>
        </p:nvGrpSpPr>
        <p:grpSpPr>
          <a:xfrm>
            <a:off x="-4701" y="-136"/>
            <a:ext cx="12208637" cy="6857898"/>
            <a:chOff x="-1" y="0"/>
            <a:chExt cx="12208637" cy="6857895"/>
          </a:xfrm>
        </p:grpSpPr>
        <p:cxnSp>
          <p:nvCxnSpPr>
            <p:cNvPr id="144" name="Google Shape;144;p21"/>
            <p:cNvCxnSpPr/>
            <p:nvPr/>
          </p:nvCxnSpPr>
          <p:spPr>
            <a:xfrm flipH="1">
              <a:off x="64253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5" name="Google Shape;145;p21"/>
            <p:cNvCxnSpPr/>
            <p:nvPr/>
          </p:nvCxnSpPr>
          <p:spPr>
            <a:xfrm flipH="1">
              <a:off x="128507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6" name="Google Shape;146;p21"/>
            <p:cNvCxnSpPr/>
            <p:nvPr/>
          </p:nvCxnSpPr>
          <p:spPr>
            <a:xfrm flipH="1">
              <a:off x="192761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7" name="Google Shape;147;p21"/>
            <p:cNvCxnSpPr/>
            <p:nvPr/>
          </p:nvCxnSpPr>
          <p:spPr>
            <a:xfrm flipH="1">
              <a:off x="257014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8" name="Google Shape;148;p21"/>
            <p:cNvCxnSpPr/>
            <p:nvPr/>
          </p:nvCxnSpPr>
          <p:spPr>
            <a:xfrm flipH="1">
              <a:off x="321268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49" name="Google Shape;149;p21"/>
            <p:cNvCxnSpPr/>
            <p:nvPr/>
          </p:nvCxnSpPr>
          <p:spPr>
            <a:xfrm flipH="1">
              <a:off x="3855221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0" name="Google Shape;150;p21"/>
            <p:cNvCxnSpPr/>
            <p:nvPr/>
          </p:nvCxnSpPr>
          <p:spPr>
            <a:xfrm flipH="1">
              <a:off x="-1" y="0"/>
              <a:ext cx="3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1" name="Google Shape;151;p21"/>
            <p:cNvCxnSpPr/>
            <p:nvPr/>
          </p:nvCxnSpPr>
          <p:spPr>
            <a:xfrm flipH="1">
              <a:off x="4497758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2" name="Google Shape;152;p21"/>
            <p:cNvCxnSpPr/>
            <p:nvPr/>
          </p:nvCxnSpPr>
          <p:spPr>
            <a:xfrm flipH="1">
              <a:off x="514029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3" name="Google Shape;153;p21"/>
            <p:cNvCxnSpPr/>
            <p:nvPr/>
          </p:nvCxnSpPr>
          <p:spPr>
            <a:xfrm flipH="1">
              <a:off x="5782831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4" name="Google Shape;154;p21"/>
            <p:cNvCxnSpPr/>
            <p:nvPr/>
          </p:nvCxnSpPr>
          <p:spPr>
            <a:xfrm flipH="1">
              <a:off x="6425369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5" name="Google Shape;155;p21"/>
            <p:cNvCxnSpPr/>
            <p:nvPr/>
          </p:nvCxnSpPr>
          <p:spPr>
            <a:xfrm flipH="1">
              <a:off x="706790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6" name="Google Shape;156;p21"/>
            <p:cNvCxnSpPr/>
            <p:nvPr/>
          </p:nvCxnSpPr>
          <p:spPr>
            <a:xfrm flipH="1">
              <a:off x="7710443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7" name="Google Shape;157;p21"/>
            <p:cNvCxnSpPr/>
            <p:nvPr/>
          </p:nvCxnSpPr>
          <p:spPr>
            <a:xfrm flipH="1">
              <a:off x="8352979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8" name="Google Shape;158;p21"/>
            <p:cNvCxnSpPr/>
            <p:nvPr/>
          </p:nvCxnSpPr>
          <p:spPr>
            <a:xfrm flipH="1">
              <a:off x="8995516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59" name="Google Shape;159;p21"/>
            <p:cNvCxnSpPr/>
            <p:nvPr/>
          </p:nvCxnSpPr>
          <p:spPr>
            <a:xfrm flipH="1">
              <a:off x="9638160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0" name="Google Shape;160;p21"/>
            <p:cNvCxnSpPr/>
            <p:nvPr/>
          </p:nvCxnSpPr>
          <p:spPr>
            <a:xfrm flipH="1">
              <a:off x="10280697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61" name="Google Shape;161;p21"/>
            <p:cNvCxnSpPr/>
            <p:nvPr/>
          </p:nvCxnSpPr>
          <p:spPr>
            <a:xfrm flipH="1">
              <a:off x="10923355" y="0"/>
              <a:ext cx="1" cy="6857894"/>
            </a:xfrm>
            <a:prstGeom prst="straightConnector1">
              <a:avLst/>
            </a:prstGeom>
            <a:noFill/>
            <a:ln cap="flat" cmpd="sng" w="12700">
              <a:solidFill>
                <a:schemeClr val="accent5"/>
              </a:solidFill>
              <a:prstDash val="solid"/>
              <a:round/>
              <a:headEnd len="sm" w="sm" type="none"/>
              <a:tailEnd len="sm" w="sm" type="none"/>
            </a:ln>
          </p:spPr>
        </p:cxnSp>
        <p:grpSp>
          <p:nvGrpSpPr>
            <p:cNvPr id="162" name="Google Shape;162;p21"/>
            <p:cNvGrpSpPr/>
            <p:nvPr/>
          </p:nvGrpSpPr>
          <p:grpSpPr>
            <a:xfrm>
              <a:off x="11565987" y="0"/>
              <a:ext cx="642649" cy="6857895"/>
              <a:chOff x="-1" y="0"/>
              <a:chExt cx="642647" cy="6857894"/>
            </a:xfrm>
          </p:grpSpPr>
          <p:cxnSp>
            <p:nvCxnSpPr>
              <p:cNvPr id="163" name="Google Shape;163;p21"/>
              <p:cNvCxnSpPr/>
              <p:nvPr/>
            </p:nvCxnSpPr>
            <p:spPr>
              <a:xfrm flipH="1">
                <a:off x="-1" y="0"/>
                <a:ext cx="3" cy="6857894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64" name="Google Shape;164;p21"/>
              <p:cNvCxnSpPr/>
              <p:nvPr/>
            </p:nvCxnSpPr>
            <p:spPr>
              <a:xfrm flipH="1">
                <a:off x="642644" y="0"/>
                <a:ext cx="1" cy="6857894"/>
              </a:xfrm>
              <a:prstGeom prst="straightConnector1">
                <a:avLst/>
              </a:prstGeom>
              <a:noFill/>
              <a:ln cap="flat" cmpd="sng" w="12700">
                <a:solidFill>
                  <a:schemeClr val="accent5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</p:grpSp>
      <p:cxnSp>
        <p:nvCxnSpPr>
          <p:cNvPr id="165" name="Google Shape;165;p21"/>
          <p:cNvCxnSpPr/>
          <p:nvPr/>
        </p:nvCxnSpPr>
        <p:spPr>
          <a:xfrm rot="10800000">
            <a:off x="-25234" y="3718360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6" name="Google Shape;166;p21"/>
          <p:cNvCxnSpPr/>
          <p:nvPr/>
        </p:nvCxnSpPr>
        <p:spPr>
          <a:xfrm rot="10800000">
            <a:off x="-25234" y="4367764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7" name="Google Shape;167;p21"/>
          <p:cNvCxnSpPr/>
          <p:nvPr/>
        </p:nvCxnSpPr>
        <p:spPr>
          <a:xfrm rot="10800000">
            <a:off x="-25234" y="501709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8" name="Google Shape;168;p21"/>
          <p:cNvCxnSpPr/>
          <p:nvPr/>
        </p:nvCxnSpPr>
        <p:spPr>
          <a:xfrm rot="10800000">
            <a:off x="-25234" y="5666496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69" name="Google Shape;169;p21"/>
          <p:cNvCxnSpPr/>
          <p:nvPr/>
        </p:nvCxnSpPr>
        <p:spPr>
          <a:xfrm rot="10800000">
            <a:off x="-25234" y="6315793"/>
            <a:ext cx="12208496" cy="1"/>
          </a:xfrm>
          <a:prstGeom prst="straightConnector1">
            <a:avLst/>
          </a:prstGeom>
          <a:noFill/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" name="Google Shape;170;p21"/>
          <p:cNvSpPr txBox="1"/>
          <p:nvPr>
            <p:ph type="title"/>
          </p:nvPr>
        </p:nvSpPr>
        <p:spPr>
          <a:xfrm>
            <a:off x="1916919" y="1768556"/>
            <a:ext cx="8344993" cy="2597536"/>
          </a:xfrm>
          <a:prstGeom prst="rect">
            <a:avLst/>
          </a:prstGeom>
          <a:solidFill>
            <a:srgbClr val="493691"/>
          </a:solidFill>
          <a:ln cap="flat" cmpd="sng" w="12700">
            <a:solidFill>
              <a:schemeClr val="accent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1864" lIns="121864" spcFirstLastPara="1" rIns="121864" wrap="square" tIns="121864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667"/>
              <a:buFont typeface="Montserrat SemiBold"/>
              <a:buNone/>
              <a:defRPr sz="4667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171" name="Google Shape;171;p21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_1_1_1_1_1_1_1_1_1_1">
  <p:cSld name="BLANK_1_1_1_1_1_1_1_1_1_1_1"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6052947" y="2307264"/>
            <a:ext cx="5767457" cy="603586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667"/>
              <a:buFont typeface="Montserrat"/>
              <a:buNone/>
              <a:defRPr sz="2667">
                <a:solidFill>
                  <a:schemeClr val="accent1"/>
                </a:solidFill>
              </a:defRPr>
            </a:lvl5pPr>
            <a:lvl6pPr indent="-29845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6pPr>
            <a:lvl7pPr indent="-29845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●"/>
              <a:defRPr/>
            </a:lvl7pPr>
            <a:lvl8pPr indent="-29845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○"/>
              <a:defRPr/>
            </a:lvl8pPr>
            <a:lvl9pPr indent="-29845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67"/>
              <a:buChar char="■"/>
              <a:defRPr/>
            </a:lvl9pPr>
          </a:lstStyle>
          <a:p/>
        </p:txBody>
      </p:sp>
      <p:sp>
        <p:nvSpPr>
          <p:cNvPr id="174" name="Google Shape;174;p22"/>
          <p:cNvSpPr txBox="1"/>
          <p:nvPr>
            <p:ph type="title"/>
          </p:nvPr>
        </p:nvSpPr>
        <p:spPr>
          <a:xfrm>
            <a:off x="369989" y="1412865"/>
            <a:ext cx="5725858" cy="37379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6666"/>
              <a:buFont typeface="Montserrat SemiBold"/>
              <a:buNone/>
              <a:defRPr sz="6666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pic>
        <p:nvPicPr>
          <p:cNvPr descr="Logo-white.pngGoogle Shape;115;p9" id="175" name="Google Shape;175;p22"/>
          <p:cNvPicPr preferRelativeResize="0"/>
          <p:nvPr/>
        </p:nvPicPr>
        <p:blipFill rotWithShape="1">
          <a:blip r:embed="rId2">
            <a:alphaModFix/>
          </a:blip>
          <a:srcRect b="0" l="21997" r="0" t="0"/>
          <a:stretch/>
        </p:blipFill>
        <p:spPr>
          <a:xfrm>
            <a:off x="10665200" y="303528"/>
            <a:ext cx="1156572" cy="277161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22"/>
          <p:cNvSpPr txBox="1"/>
          <p:nvPr>
            <p:ph idx="12" type="sldNum"/>
          </p:nvPr>
        </p:nvSpPr>
        <p:spPr>
          <a:xfrm>
            <a:off x="11652438" y="6343529"/>
            <a:ext cx="169330" cy="169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>
            <a:lvl1pPr indent="-50800" lvl="0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50800" lvl="1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50800" lvl="2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50800" lvl="3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50800" lvl="4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50800" lvl="5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50800" lvl="6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50800" lvl="7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50800" lvl="8" marL="508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0DAFF"/>
              </a:buClr>
              <a:buSzPts val="1067"/>
              <a:buFont typeface="Montserrat"/>
              <a:buNone/>
              <a:defRPr b="1" sz="1067">
                <a:solidFill>
                  <a:srgbClr val="E0DAFF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indent="-50800" lvl="0" marL="5080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i="0" u="none" cap="none" strike="noStrike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14.xml"/><Relationship Id="rId11" Type="http://schemas.openxmlformats.org/officeDocument/2006/relationships/slideLayout" Target="../slideLayouts/slideLayout15.xml"/><Relationship Id="rId12" Type="http://schemas.openxmlformats.org/officeDocument/2006/relationships/slideLayout" Target="../slideLayouts/slideLayout16.xml"/><Relationship Id="rId13" Type="http://schemas.openxmlformats.org/officeDocument/2006/relationships/slideLayout" Target="../slideLayouts/slideLayout17.xml"/><Relationship Id="rId14" Type="http://schemas.openxmlformats.org/officeDocument/2006/relationships/slideLayout" Target="../slideLayouts/slideLayout18.xml"/><Relationship Id="rId15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20.xml"/><Relationship Id="rId17" Type="http://schemas.openxmlformats.org/officeDocument/2006/relationships/slideLayout" Target="../slideLayouts/slideLayout21.xml"/><Relationship Id="rId18" Type="http://schemas.openxmlformats.org/officeDocument/2006/relationships/slideLayout" Target="../slideLayouts/slideLayout22.xml"/><Relationship Id="rId19" Type="http://schemas.openxmlformats.org/officeDocument/2006/relationships/slideLayout" Target="../slideLayouts/slideLayout23.xml"/><Relationship Id="rId2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accent5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type="title"/>
          </p:nvPr>
        </p:nvSpPr>
        <p:spPr>
          <a:xfrm>
            <a:off x="726948" y="369989"/>
            <a:ext cx="10737731" cy="79598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1pPr>
            <a:lvl2pPr lvl="1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2pPr>
            <a:lvl3pPr lvl="2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3pPr>
            <a:lvl4pPr lvl="3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4pPr>
            <a:lvl5pPr lvl="4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5pPr>
            <a:lvl6pPr lvl="5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6pPr>
            <a:lvl7pPr lvl="6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7pPr>
            <a:lvl8pPr lvl="7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8pPr>
            <a:lvl9pPr lvl="8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000"/>
              <a:buFont typeface="Montserrat SemiBold"/>
              <a:buNone/>
              <a:defRPr b="0" i="0" sz="4000" u="none" cap="none" strike="noStrike">
                <a:solidFill>
                  <a:schemeClr val="accent2"/>
                </a:solidFill>
                <a:latin typeface="Montserrat SemiBold"/>
                <a:ea typeface="Montserrat SemiBold"/>
                <a:cs typeface="Montserrat SemiBold"/>
                <a:sym typeface="Montserrat SemiBold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idx="1" type="body"/>
          </p:nvPr>
        </p:nvSpPr>
        <p:spPr>
          <a:xfrm>
            <a:off x="609585" y="1600160"/>
            <a:ext cx="10972526" cy="52576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●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○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67"/>
              <a:buFont typeface="Helvetica Neue"/>
              <a:buChar char="■"/>
              <a:defRPr b="0" i="0" sz="1467" u="none" cap="none" strike="noStrike">
                <a:solidFill>
                  <a:schemeClr val="accent2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5892653" y="6169928"/>
            <a:ext cx="2844729" cy="372525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60932" spcFirstLastPara="1" rIns="60932" wrap="square" tIns="60932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5"/>
          <p:cNvSpPr txBox="1"/>
          <p:nvPr/>
        </p:nvSpPr>
        <p:spPr>
          <a:xfrm>
            <a:off x="386922" y="1395101"/>
            <a:ext cx="11417850" cy="54862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2857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867"/>
              <a:buFont typeface="Proxima Nova"/>
              <a:buNone/>
            </a:pP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Easier root cause analysis, faster retraining and redeploying. Easy production data retraining. </a:t>
            </a:r>
            <a:endParaRPr/>
          </a:p>
        </p:txBody>
      </p:sp>
      <p:sp>
        <p:nvSpPr>
          <p:cNvPr id="411" name="Google Shape;411;p55"/>
          <p:cNvSpPr txBox="1"/>
          <p:nvPr/>
        </p:nvSpPr>
        <p:spPr>
          <a:xfrm>
            <a:off x="369989" y="554985"/>
            <a:ext cx="11451715" cy="8218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4000"/>
              <a:buFont typeface="Montserrat SemiBold"/>
              <a:buNone/>
            </a:pPr>
            <a:r>
              <a:rPr b="1" i="0" lang="en" sz="4000" u="none" cap="none" strike="noStrike">
                <a:solidFill>
                  <a:srgbClr val="241465"/>
                </a:solidFill>
                <a:latin typeface="Montserrat SemiBold"/>
                <a:ea typeface="Montserrat SemiBold"/>
                <a:cs typeface="Montserrat SemiBold"/>
                <a:sym typeface="Montserrat SemiBold"/>
              </a:rPr>
              <a:t>Library: Store &gt;20,000 images on device.</a:t>
            </a:r>
            <a:endParaRPr/>
          </a:p>
        </p:txBody>
      </p:sp>
      <p:sp>
        <p:nvSpPr>
          <p:cNvPr id="412" name="Google Shape;412;p55"/>
          <p:cNvSpPr/>
          <p:nvPr/>
        </p:nvSpPr>
        <p:spPr>
          <a:xfrm>
            <a:off x="964733" y="2024880"/>
            <a:ext cx="6886717" cy="4387950"/>
          </a:xfrm>
          <a:prstGeom prst="rect">
            <a:avLst/>
          </a:prstGeom>
          <a:solidFill>
            <a:srgbClr val="190E42"/>
          </a:solidFill>
          <a:ln cap="flat" cmpd="sng" w="33866">
            <a:solidFill>
              <a:srgbClr val="AF9E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9FE"/>
              </a:buClr>
              <a:buSzPts val="1867"/>
              <a:buFont typeface="Arial"/>
              <a:buNone/>
            </a:pPr>
            <a:r>
              <a:rPr b="0" i="0" lang="en" sz="1867" u="none" cap="none" strike="noStrike">
                <a:solidFill>
                  <a:srgbClr val="FAF9FE"/>
                </a:solidFill>
                <a:latin typeface="Arial"/>
                <a:ea typeface="Arial"/>
                <a:cs typeface="Arial"/>
                <a:sym typeface="Arial"/>
              </a:rPr>
              <a:t>Insert screenshot here of result view</a:t>
            </a:r>
            <a:endParaRPr/>
          </a:p>
        </p:txBody>
      </p:sp>
      <p:sp>
        <p:nvSpPr>
          <p:cNvPr id="413" name="Google Shape;413;p55"/>
          <p:cNvSpPr txBox="1"/>
          <p:nvPr/>
        </p:nvSpPr>
        <p:spPr>
          <a:xfrm>
            <a:off x="8432682" y="2020280"/>
            <a:ext cx="3478602" cy="1641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180473" lvl="0" marL="18047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41465"/>
              </a:buClr>
              <a:buSzPts val="1867"/>
              <a:buFont typeface="Proxima Nova"/>
              <a:buChar char="•"/>
            </a:pP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Storage of training </a:t>
            </a:r>
            <a:r>
              <a:rPr b="1" i="0" lang="en" sz="1867" u="sng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AND</a:t>
            </a: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 production data on the camera itself</a:t>
            </a:r>
            <a:endParaRPr/>
          </a:p>
          <a:p>
            <a:pPr indent="-180473" lvl="0" marL="180473" marR="0" rtl="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241465"/>
              </a:buClr>
              <a:buSzPts val="1867"/>
              <a:buFont typeface="Proxima Nova"/>
              <a:buChar char="•"/>
            </a:pPr>
            <a:r>
              <a:rPr b="1" i="0" lang="en" sz="1867" u="none" cap="none" strike="noStrike">
                <a:solidFill>
                  <a:srgbClr val="241465"/>
                </a:solidFill>
                <a:latin typeface="Proxima Nova"/>
                <a:ea typeface="Proxima Nova"/>
                <a:cs typeface="Proxima Nova"/>
                <a:sym typeface="Proxima Nova"/>
              </a:rPr>
              <a:t>Able to leverage directly to retrain models</a:t>
            </a:r>
            <a:endParaRPr b="1" i="0" sz="1867" u="none" cap="none" strike="noStrike">
              <a:solidFill>
                <a:srgbClr val="241465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verview Deck">
  <a:themeElements>
    <a:clrScheme name="Overview Deck">
      <a:dk1>
        <a:srgbClr val="493691"/>
      </a:dk1>
      <a:lt1>
        <a:srgbClr val="FAF9FE"/>
      </a:lt1>
      <a:dk2>
        <a:srgbClr val="A7A7A7"/>
      </a:dk2>
      <a:lt2>
        <a:srgbClr val="535353"/>
      </a:lt2>
      <a:accent1>
        <a:srgbClr val="AF9EF3"/>
      </a:accent1>
      <a:accent2>
        <a:srgbClr val="FAF9FE"/>
      </a:accent2>
      <a:accent3>
        <a:srgbClr val="532EE3"/>
      </a:accent3>
      <a:accent4>
        <a:srgbClr val="4B465E"/>
      </a:accent4>
      <a:accent5>
        <a:srgbClr val="2E1A7F"/>
      </a:accent5>
      <a:accent6>
        <a:srgbClr val="56C194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