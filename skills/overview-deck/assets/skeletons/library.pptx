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0" name="Google Shape;60;p15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15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5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5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5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386922" y="1395101"/>
            <a:ext cx="11417714" cy="54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None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Easier root cause analysis, faster retraining and redeploying. Easy production data retraining. 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369989" y="554985"/>
            <a:ext cx="11451714" cy="8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4000"/>
              <a:buFont typeface="Montserrat SemiBold"/>
              <a:buNone/>
            </a:pPr>
            <a:r>
              <a:rPr b="1" i="0" lang="en" sz="4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Library: Store &gt;200,000 images on device.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 library_capture }}" id="261" name="Google Shape;261;p33"/>
          <p:cNvSpPr/>
          <p:nvPr/>
        </p:nvSpPr>
        <p:spPr>
          <a:xfrm>
            <a:off x="964733" y="2024880"/>
            <a:ext cx="6886628" cy="4387890"/>
          </a:xfrm>
          <a:prstGeom prst="rect">
            <a:avLst/>
          </a:prstGeom>
          <a:solidFill>
            <a:srgbClr val="190E42"/>
          </a:solidFill>
          <a:ln cap="flat" cmpd="sng" w="33866">
            <a:solidFill>
              <a:srgbClr val="AF9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867"/>
              <a:buFont typeface="Arial"/>
              <a:buNone/>
            </a:pPr>
            <a:r>
              <a:rPr b="0" i="0" lang="en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8432682" y="2020280"/>
            <a:ext cx="3478713" cy="164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473" lvl="0" marL="18047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Char char="•"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Storage of training </a:t>
            </a:r>
            <a:r>
              <a:rPr b="1" i="0" lang="en" sz="1867" u="sng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 production data on the camera itself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473" lvl="0" marL="18047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Char char="•"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Able to leverage directly to retrain models</a:t>
            </a:r>
            <a:endParaRPr b="1" i="0" sz="1867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