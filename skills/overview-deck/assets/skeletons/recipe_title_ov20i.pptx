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379790" y="1883006"/>
            <a:ext cx="5225477" cy="3010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56" name="Google Shape;56;p14"/>
          <p:cNvSpPr/>
          <p:nvPr/>
        </p:nvSpPr>
        <p:spPr>
          <a:xfrm>
            <a:off x="6108991" y="0"/>
            <a:ext cx="6082658" cy="6857656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4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58" name="Google Shape;58;p14"/>
          <p:cNvCxnSpPr/>
          <p:nvPr/>
        </p:nvCxnSpPr>
        <p:spPr>
          <a:xfrm rot="10800000">
            <a:off x="6113904" y="177018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" name="Google Shape;59;p14"/>
          <p:cNvCxnSpPr/>
          <p:nvPr/>
        </p:nvCxnSpPr>
        <p:spPr>
          <a:xfrm rot="10800000">
            <a:off x="6113904" y="2419498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14"/>
          <p:cNvCxnSpPr/>
          <p:nvPr/>
        </p:nvCxnSpPr>
        <p:spPr>
          <a:xfrm rot="10800000">
            <a:off x="6113904" y="3068886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14"/>
          <p:cNvCxnSpPr/>
          <p:nvPr/>
        </p:nvCxnSpPr>
        <p:spPr>
          <a:xfrm rot="10800000">
            <a:off x="6113904" y="371827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4"/>
          <p:cNvCxnSpPr/>
          <p:nvPr/>
        </p:nvCxnSpPr>
        <p:spPr>
          <a:xfrm rot="10800000">
            <a:off x="6113904" y="4367657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4"/>
          <p:cNvCxnSpPr/>
          <p:nvPr/>
        </p:nvCxnSpPr>
        <p:spPr>
          <a:xfrm rot="10800000">
            <a:off x="6113904" y="5016973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14"/>
          <p:cNvCxnSpPr/>
          <p:nvPr/>
        </p:nvCxnSpPr>
        <p:spPr>
          <a:xfrm rot="10800000">
            <a:off x="6113904" y="566636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" name="Google Shape;65;p14"/>
          <p:cNvCxnSpPr/>
          <p:nvPr/>
        </p:nvCxnSpPr>
        <p:spPr>
          <a:xfrm rot="10800000">
            <a:off x="6113904" y="6315645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4"/>
          <p:cNvCxnSpPr/>
          <p:nvPr/>
        </p:nvCxnSpPr>
        <p:spPr>
          <a:xfrm rot="10800000">
            <a:off x="6113904" y="471404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14"/>
          <p:cNvCxnSpPr/>
          <p:nvPr/>
        </p:nvCxnSpPr>
        <p:spPr>
          <a:xfrm rot="10800000">
            <a:off x="6113904" y="112079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" name="Google Shape;68;p14"/>
          <p:cNvGrpSpPr/>
          <p:nvPr/>
        </p:nvGrpSpPr>
        <p:grpSpPr>
          <a:xfrm>
            <a:off x="6115362" y="-136"/>
            <a:ext cx="5783166" cy="6857656"/>
            <a:chOff x="1" y="0"/>
            <a:chExt cx="7710682" cy="9143542"/>
          </a:xfrm>
        </p:grpSpPr>
        <p:cxnSp>
          <p:nvCxnSpPr>
            <p:cNvPr id="69" name="Google Shape;69;p14"/>
            <p:cNvCxnSpPr/>
            <p:nvPr/>
          </p:nvCxnSpPr>
          <p:spPr>
            <a:xfrm>
              <a:off x="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85669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71339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257008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342677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" name="Google Shape;74;p14"/>
            <p:cNvCxnSpPr/>
            <p:nvPr/>
          </p:nvCxnSpPr>
          <p:spPr>
            <a:xfrm>
              <a:off x="428347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5" name="Google Shape;75;p14"/>
            <p:cNvCxnSpPr/>
            <p:nvPr/>
          </p:nvCxnSpPr>
          <p:spPr>
            <a:xfrm>
              <a:off x="514031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6" name="Google Shape;76;p14"/>
            <p:cNvCxnSpPr/>
            <p:nvPr/>
          </p:nvCxnSpPr>
          <p:spPr>
            <a:xfrm>
              <a:off x="599700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7" name="Google Shape;77;p14"/>
            <p:cNvCxnSpPr/>
            <p:nvPr/>
          </p:nvCxnSpPr>
          <p:spPr>
            <a:xfrm>
              <a:off x="6853859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8" name="Google Shape;78;p14"/>
            <p:cNvCxnSpPr/>
            <p:nvPr/>
          </p:nvCxnSpPr>
          <p:spPr>
            <a:xfrm>
              <a:off x="771068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79" name="Google Shape;79;p14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/>
          <p:nvPr>
            <p:ph idx="2" type="pic"/>
          </p:nvPr>
        </p:nvSpPr>
        <p:spPr>
          <a:xfrm>
            <a:off x="369989" y="979417"/>
            <a:ext cx="1845157" cy="221349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3"/>
          <p:cNvSpPr/>
          <p:nvPr>
            <p:ph idx="3" type="pic"/>
          </p:nvPr>
        </p:nvSpPr>
        <p:spPr>
          <a:xfrm>
            <a:off x="369989" y="3361397"/>
            <a:ext cx="1845157" cy="2505475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23"/>
          <p:cNvSpPr/>
          <p:nvPr>
            <p:ph idx="4" type="pic"/>
          </p:nvPr>
        </p:nvSpPr>
        <p:spPr>
          <a:xfrm>
            <a:off x="2490119" y="1134477"/>
            <a:ext cx="3452320" cy="4577371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23"/>
          <p:cNvSpPr txBox="1"/>
          <p:nvPr>
            <p:ph type="title"/>
          </p:nvPr>
        </p:nvSpPr>
        <p:spPr>
          <a:xfrm>
            <a:off x="7704051" y="2400879"/>
            <a:ext cx="3760713" cy="13647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83" name="Google Shape;183;p23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1" type="body"/>
          </p:nvPr>
        </p:nvSpPr>
        <p:spPr>
          <a:xfrm>
            <a:off x="6095857" y="3428828"/>
            <a:ext cx="4779888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2" type="body"/>
          </p:nvPr>
        </p:nvSpPr>
        <p:spPr>
          <a:xfrm>
            <a:off x="369989" y="3428817"/>
            <a:ext cx="4779888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189" name="Google Shape;189;p2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216" y="273520"/>
            <a:ext cx="1184040" cy="33711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type="title"/>
          </p:nvPr>
        </p:nvSpPr>
        <p:spPr>
          <a:xfrm>
            <a:off x="369989" y="554971"/>
            <a:ext cx="4841087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6452749" y="1120543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216" y="273520"/>
            <a:ext cx="1184040" cy="3371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195" name="Google Shape;19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813825"/>
            <a:ext cx="255988" cy="25599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>
            <p:ph idx="2" type="body"/>
          </p:nvPr>
        </p:nvSpPr>
        <p:spPr>
          <a:xfrm>
            <a:off x="6452749" y="2461009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197" name="Google Shape;1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2154291"/>
            <a:ext cx="255988" cy="255988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5"/>
          <p:cNvSpPr txBox="1"/>
          <p:nvPr>
            <p:ph idx="3" type="body"/>
          </p:nvPr>
        </p:nvSpPr>
        <p:spPr>
          <a:xfrm>
            <a:off x="6452749" y="3801476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199" name="Google Shape;19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3494759"/>
            <a:ext cx="255988" cy="255988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5"/>
          <p:cNvSpPr txBox="1"/>
          <p:nvPr>
            <p:ph idx="4" type="body"/>
          </p:nvPr>
        </p:nvSpPr>
        <p:spPr>
          <a:xfrm>
            <a:off x="6452749" y="5152875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01" name="Google Shape;2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4846156"/>
            <a:ext cx="255988" cy="25598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2" name="Google Shape;202;p25"/>
          <p:cNvCxnSpPr/>
          <p:nvPr/>
        </p:nvCxnSpPr>
        <p:spPr>
          <a:xfrm>
            <a:off x="5703935" y="383180"/>
            <a:ext cx="0" cy="6097694"/>
          </a:xfrm>
          <a:prstGeom prst="straightConnector1">
            <a:avLst/>
          </a:prstGeom>
          <a:noFill/>
          <a:ln cap="flat" cmpd="sng" w="16933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5"/>
          <p:cNvSpPr txBox="1"/>
          <p:nvPr>
            <p:ph idx="5" type="body"/>
          </p:nvPr>
        </p:nvSpPr>
        <p:spPr>
          <a:xfrm>
            <a:off x="369989" y="1415750"/>
            <a:ext cx="4571494" cy="26822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4" name="Google Shape;204;p25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/>
          <p:nvPr/>
        </p:nvSpPr>
        <p:spPr>
          <a:xfrm>
            <a:off x="369989" y="2579773"/>
            <a:ext cx="1106774" cy="153912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 b="0" i="0" sz="1867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6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8" name="Google Shape;208;p26"/>
          <p:cNvSpPr txBox="1"/>
          <p:nvPr>
            <p:ph idx="1" type="body"/>
          </p:nvPr>
        </p:nvSpPr>
        <p:spPr>
          <a:xfrm>
            <a:off x="726950" y="4963749"/>
            <a:ext cx="4733890" cy="1422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9" name="Google Shape;209;p26"/>
          <p:cNvSpPr txBox="1"/>
          <p:nvPr>
            <p:ph idx="2" type="body"/>
          </p:nvPr>
        </p:nvSpPr>
        <p:spPr>
          <a:xfrm>
            <a:off x="726950" y="3086944"/>
            <a:ext cx="4733890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0" name="Google Shape;210;p26"/>
          <p:cNvSpPr txBox="1"/>
          <p:nvPr/>
        </p:nvSpPr>
        <p:spPr>
          <a:xfrm>
            <a:off x="5745590" y="2579773"/>
            <a:ext cx="1106774" cy="153912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 b="0" i="0" sz="1867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26"/>
          <p:cNvSpPr txBox="1"/>
          <p:nvPr>
            <p:ph idx="3" type="body"/>
          </p:nvPr>
        </p:nvSpPr>
        <p:spPr>
          <a:xfrm>
            <a:off x="6102547" y="3086944"/>
            <a:ext cx="4733890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12" name="Google Shape;212;p26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6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7"/>
          <p:cNvSpPr txBox="1"/>
          <p:nvPr>
            <p:ph type="title"/>
          </p:nvPr>
        </p:nvSpPr>
        <p:spPr>
          <a:xfrm>
            <a:off x="7095733" y="674766"/>
            <a:ext cx="4725890" cy="7723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6" name="Google Shape;216;p27"/>
          <p:cNvSpPr/>
          <p:nvPr>
            <p:ph idx="2" type="pic"/>
          </p:nvPr>
        </p:nvSpPr>
        <p:spPr>
          <a:xfrm>
            <a:off x="6095857" y="702398"/>
            <a:ext cx="5369075" cy="5777310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18" name="Google Shape;218;p27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7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/>
          <p:nvPr>
            <p:ph idx="1" type="body"/>
          </p:nvPr>
        </p:nvSpPr>
        <p:spPr>
          <a:xfrm>
            <a:off x="369989" y="4432646"/>
            <a:ext cx="2345545" cy="38678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2" name="Google Shape;222;p28"/>
          <p:cNvSpPr/>
          <p:nvPr>
            <p:ph idx="2" type="pic"/>
          </p:nvPr>
        </p:nvSpPr>
        <p:spPr>
          <a:xfrm>
            <a:off x="385457" y="1782285"/>
            <a:ext cx="2334683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28"/>
          <p:cNvSpPr/>
          <p:nvPr>
            <p:ph idx="3" type="pic"/>
          </p:nvPr>
        </p:nvSpPr>
        <p:spPr>
          <a:xfrm>
            <a:off x="2890182" y="1782285"/>
            <a:ext cx="2334683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28"/>
          <p:cNvSpPr/>
          <p:nvPr>
            <p:ph idx="4" type="pic"/>
          </p:nvPr>
        </p:nvSpPr>
        <p:spPr>
          <a:xfrm>
            <a:off x="5394906" y="1782285"/>
            <a:ext cx="2334683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28"/>
          <p:cNvSpPr/>
          <p:nvPr>
            <p:ph idx="5" type="pic"/>
          </p:nvPr>
        </p:nvSpPr>
        <p:spPr>
          <a:xfrm>
            <a:off x="7883433" y="1782285"/>
            <a:ext cx="2334684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28"/>
          <p:cNvSpPr txBox="1"/>
          <p:nvPr>
            <p:ph idx="6" type="body"/>
          </p:nvPr>
        </p:nvSpPr>
        <p:spPr>
          <a:xfrm>
            <a:off x="369989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7" name="Google Shape;227;p28"/>
          <p:cNvSpPr txBox="1"/>
          <p:nvPr>
            <p:ph idx="7" type="body"/>
          </p:nvPr>
        </p:nvSpPr>
        <p:spPr>
          <a:xfrm>
            <a:off x="2884782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8" name="Google Shape;228;p28"/>
          <p:cNvSpPr txBox="1"/>
          <p:nvPr>
            <p:ph idx="8" type="body"/>
          </p:nvPr>
        </p:nvSpPr>
        <p:spPr>
          <a:xfrm>
            <a:off x="5399574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9" name="Google Shape;229;p28"/>
          <p:cNvSpPr txBox="1"/>
          <p:nvPr>
            <p:ph idx="9" type="body"/>
          </p:nvPr>
        </p:nvSpPr>
        <p:spPr>
          <a:xfrm>
            <a:off x="7866634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0" name="Google Shape;230;p28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31" name="Google Shape;231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8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/>
          <p:nvPr>
            <p:ph idx="2" type="pic"/>
          </p:nvPr>
        </p:nvSpPr>
        <p:spPr>
          <a:xfrm>
            <a:off x="369989" y="1560488"/>
            <a:ext cx="11451732" cy="4919354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29"/>
          <p:cNvSpPr txBox="1"/>
          <p:nvPr>
            <p:ph type="title"/>
          </p:nvPr>
        </p:nvSpPr>
        <p:spPr>
          <a:xfrm>
            <a:off x="726950" y="369980"/>
            <a:ext cx="10737749" cy="795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36" name="Google Shape;236;p29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/>
          <p:nvPr/>
        </p:nvSpPr>
        <p:spPr>
          <a:xfrm>
            <a:off x="218060" y="205258"/>
            <a:ext cx="11737725" cy="6426478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0"/>
          <p:cNvSpPr txBox="1"/>
          <p:nvPr>
            <p:ph type="title"/>
          </p:nvPr>
        </p:nvSpPr>
        <p:spPr>
          <a:xfrm>
            <a:off x="609586" y="544502"/>
            <a:ext cx="10855346" cy="6923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0" name="Google Shape;240;p30"/>
          <p:cNvSpPr/>
          <p:nvPr/>
        </p:nvSpPr>
        <p:spPr>
          <a:xfrm>
            <a:off x="10110595" y="6325116"/>
            <a:ext cx="2081152" cy="532773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0"/>
          <p:cNvSpPr txBox="1"/>
          <p:nvPr>
            <p:ph idx="1" type="body"/>
          </p:nvPr>
        </p:nvSpPr>
        <p:spPr>
          <a:xfrm>
            <a:off x="609586" y="1237004"/>
            <a:ext cx="5110280" cy="255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46" y="6426294"/>
            <a:ext cx="1136558" cy="255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2" type="body"/>
          </p:nvPr>
        </p:nvSpPr>
        <p:spPr>
          <a:xfrm>
            <a:off x="609586" y="2202954"/>
            <a:ext cx="5486672" cy="26306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4" name="Google Shape;244;p30"/>
          <p:cNvSpPr txBox="1"/>
          <p:nvPr>
            <p:ph idx="12" type="sldNum"/>
          </p:nvPr>
        </p:nvSpPr>
        <p:spPr>
          <a:xfrm>
            <a:off x="11767910" y="6471659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/>
          <p:cNvSpPr/>
          <p:nvPr/>
        </p:nvSpPr>
        <p:spPr>
          <a:xfrm>
            <a:off x="218061" y="205258"/>
            <a:ext cx="11737725" cy="6426478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66" lIns="45666" spcFirstLastPara="1" rIns="45666" wrap="square" tIns="45666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/>
          <p:cNvSpPr txBox="1"/>
          <p:nvPr>
            <p:ph type="title"/>
          </p:nvPr>
        </p:nvSpPr>
        <p:spPr>
          <a:xfrm>
            <a:off x="609586" y="544501"/>
            <a:ext cx="10855346" cy="6923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8" name="Google Shape;248;p31"/>
          <p:cNvSpPr/>
          <p:nvPr/>
        </p:nvSpPr>
        <p:spPr>
          <a:xfrm>
            <a:off x="10110595" y="6325116"/>
            <a:ext cx="2081152" cy="532773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66" lIns="45666" spcFirstLastPara="1" rIns="45666" wrap="square" tIns="45666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609586" y="1237005"/>
            <a:ext cx="5110280" cy="255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0" name="Google Shape;250;p31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45" y="6426294"/>
            <a:ext cx="1136570" cy="2559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1"/>
          <p:cNvSpPr txBox="1"/>
          <p:nvPr>
            <p:ph idx="2" type="body"/>
          </p:nvPr>
        </p:nvSpPr>
        <p:spPr>
          <a:xfrm>
            <a:off x="609586" y="2202957"/>
            <a:ext cx="5486672" cy="26306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2" name="Google Shape;252;p31"/>
          <p:cNvSpPr txBox="1"/>
          <p:nvPr>
            <p:ph idx="12" type="sldNum"/>
          </p:nvPr>
        </p:nvSpPr>
        <p:spPr>
          <a:xfrm>
            <a:off x="11767910" y="6471659"/>
            <a:ext cx="169196" cy="143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idx="12" type="sldNum"/>
          </p:nvPr>
        </p:nvSpPr>
        <p:spPr>
          <a:xfrm>
            <a:off x="11673919" y="6332818"/>
            <a:ext cx="466388" cy="471976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375889" y="368313"/>
            <a:ext cx="11451732" cy="6131693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 txBox="1"/>
          <p:nvPr>
            <p:ph type="title"/>
          </p:nvPr>
        </p:nvSpPr>
        <p:spPr>
          <a:xfrm>
            <a:off x="3464551" y="4657201"/>
            <a:ext cx="7980214" cy="1326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557235" y="3550802"/>
            <a:ext cx="1783158" cy="52117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2" type="body"/>
          </p:nvPr>
        </p:nvSpPr>
        <p:spPr>
          <a:xfrm>
            <a:off x="557067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1" name="Google Shape;91;p17"/>
          <p:cNvSpPr txBox="1"/>
          <p:nvPr>
            <p:ph idx="3" type="body"/>
          </p:nvPr>
        </p:nvSpPr>
        <p:spPr>
          <a:xfrm>
            <a:off x="2889698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2" name="Google Shape;92;p17"/>
          <p:cNvSpPr txBox="1"/>
          <p:nvPr>
            <p:ph idx="4" type="body"/>
          </p:nvPr>
        </p:nvSpPr>
        <p:spPr>
          <a:xfrm>
            <a:off x="5204279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5" type="body"/>
          </p:nvPr>
        </p:nvSpPr>
        <p:spPr>
          <a:xfrm>
            <a:off x="7531322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6" type="body"/>
          </p:nvPr>
        </p:nvSpPr>
        <p:spPr>
          <a:xfrm>
            <a:off x="9846824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96" name="Google Shape;96;p1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216" y="273520"/>
            <a:ext cx="1184040" cy="337117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379790" y="1883006"/>
            <a:ext cx="5225477" cy="3010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00" name="Google Shape;100;p18"/>
          <p:cNvSpPr/>
          <p:nvPr/>
        </p:nvSpPr>
        <p:spPr>
          <a:xfrm>
            <a:off x="6108991" y="0"/>
            <a:ext cx="6082658" cy="6857656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02" name="Google Shape;102;p18"/>
          <p:cNvCxnSpPr/>
          <p:nvPr/>
        </p:nvCxnSpPr>
        <p:spPr>
          <a:xfrm rot="10800000">
            <a:off x="6113904" y="177018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" name="Google Shape;103;p18"/>
          <p:cNvCxnSpPr/>
          <p:nvPr/>
        </p:nvCxnSpPr>
        <p:spPr>
          <a:xfrm rot="10800000">
            <a:off x="6113904" y="2419498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" name="Google Shape;104;p18"/>
          <p:cNvCxnSpPr/>
          <p:nvPr/>
        </p:nvCxnSpPr>
        <p:spPr>
          <a:xfrm rot="10800000">
            <a:off x="6113904" y="3068886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" name="Google Shape;105;p18"/>
          <p:cNvCxnSpPr/>
          <p:nvPr/>
        </p:nvCxnSpPr>
        <p:spPr>
          <a:xfrm rot="10800000">
            <a:off x="6113904" y="371827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18"/>
          <p:cNvCxnSpPr/>
          <p:nvPr/>
        </p:nvCxnSpPr>
        <p:spPr>
          <a:xfrm rot="10800000">
            <a:off x="6113904" y="4367657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8"/>
          <p:cNvCxnSpPr/>
          <p:nvPr/>
        </p:nvCxnSpPr>
        <p:spPr>
          <a:xfrm rot="10800000">
            <a:off x="6113904" y="5016973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18"/>
          <p:cNvCxnSpPr/>
          <p:nvPr/>
        </p:nvCxnSpPr>
        <p:spPr>
          <a:xfrm rot="10800000">
            <a:off x="6113904" y="566636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18"/>
          <p:cNvCxnSpPr/>
          <p:nvPr/>
        </p:nvCxnSpPr>
        <p:spPr>
          <a:xfrm rot="10800000">
            <a:off x="6113904" y="6315645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" name="Google Shape;110;p18"/>
          <p:cNvCxnSpPr/>
          <p:nvPr/>
        </p:nvCxnSpPr>
        <p:spPr>
          <a:xfrm rot="10800000">
            <a:off x="6113904" y="471404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18"/>
          <p:cNvCxnSpPr/>
          <p:nvPr/>
        </p:nvCxnSpPr>
        <p:spPr>
          <a:xfrm rot="10800000">
            <a:off x="6113904" y="112079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2" name="Google Shape;112;p18"/>
          <p:cNvGrpSpPr/>
          <p:nvPr/>
        </p:nvGrpSpPr>
        <p:grpSpPr>
          <a:xfrm>
            <a:off x="6115362" y="-136"/>
            <a:ext cx="5783166" cy="6857656"/>
            <a:chOff x="1" y="0"/>
            <a:chExt cx="7710682" cy="9143542"/>
          </a:xfrm>
        </p:grpSpPr>
        <p:cxnSp>
          <p:nvCxnSpPr>
            <p:cNvPr id="113" name="Google Shape;113;p18"/>
            <p:cNvCxnSpPr/>
            <p:nvPr/>
          </p:nvCxnSpPr>
          <p:spPr>
            <a:xfrm>
              <a:off x="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4" name="Google Shape;114;p18"/>
            <p:cNvCxnSpPr/>
            <p:nvPr/>
          </p:nvCxnSpPr>
          <p:spPr>
            <a:xfrm>
              <a:off x="85669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5" name="Google Shape;115;p18"/>
            <p:cNvCxnSpPr/>
            <p:nvPr/>
          </p:nvCxnSpPr>
          <p:spPr>
            <a:xfrm>
              <a:off x="171339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6" name="Google Shape;116;p18"/>
            <p:cNvCxnSpPr/>
            <p:nvPr/>
          </p:nvCxnSpPr>
          <p:spPr>
            <a:xfrm>
              <a:off x="257008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7" name="Google Shape;117;p18"/>
            <p:cNvCxnSpPr/>
            <p:nvPr/>
          </p:nvCxnSpPr>
          <p:spPr>
            <a:xfrm>
              <a:off x="342677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" name="Google Shape;118;p18"/>
            <p:cNvCxnSpPr/>
            <p:nvPr/>
          </p:nvCxnSpPr>
          <p:spPr>
            <a:xfrm>
              <a:off x="428347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" name="Google Shape;119;p18"/>
            <p:cNvCxnSpPr/>
            <p:nvPr/>
          </p:nvCxnSpPr>
          <p:spPr>
            <a:xfrm>
              <a:off x="514031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0" name="Google Shape;120;p18"/>
            <p:cNvCxnSpPr/>
            <p:nvPr/>
          </p:nvCxnSpPr>
          <p:spPr>
            <a:xfrm>
              <a:off x="599700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1" name="Google Shape;121;p18"/>
            <p:cNvCxnSpPr/>
            <p:nvPr/>
          </p:nvCxnSpPr>
          <p:spPr>
            <a:xfrm>
              <a:off x="6853859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" name="Google Shape;122;p18"/>
            <p:cNvCxnSpPr/>
            <p:nvPr/>
          </p:nvCxnSpPr>
          <p:spPr>
            <a:xfrm>
              <a:off x="771068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/>
          <p:nvPr/>
        </p:nvSpPr>
        <p:spPr>
          <a:xfrm rot="10800000">
            <a:off x="375892" y="368315"/>
            <a:ext cx="11451732" cy="6131693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1094645" y="5230545"/>
            <a:ext cx="7812218" cy="6035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27" name="Google Shape;127;p19"/>
          <p:cNvCxnSpPr/>
          <p:nvPr/>
        </p:nvCxnSpPr>
        <p:spPr>
          <a:xfrm>
            <a:off x="734483" y="1056714"/>
            <a:ext cx="10736949" cy="0"/>
          </a:xfrm>
          <a:prstGeom prst="straightConnector1">
            <a:avLst/>
          </a:prstGeom>
          <a:noFill/>
          <a:ln cap="flat" cmpd="sng" w="16933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8" name="Google Shape;128;p19"/>
          <p:cNvCxnSpPr/>
          <p:nvPr/>
        </p:nvCxnSpPr>
        <p:spPr>
          <a:xfrm>
            <a:off x="734483" y="6028732"/>
            <a:ext cx="10726549" cy="0"/>
          </a:xfrm>
          <a:prstGeom prst="straightConnector1">
            <a:avLst/>
          </a:prstGeom>
          <a:noFill/>
          <a:ln cap="flat" cmpd="sng" w="16933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19"/>
          <p:cNvSpPr txBox="1"/>
          <p:nvPr>
            <p:ph type="title"/>
          </p:nvPr>
        </p:nvSpPr>
        <p:spPr>
          <a:xfrm>
            <a:off x="1060673" y="2992457"/>
            <a:ext cx="8162209" cy="18807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30" name="Google Shape;13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2" y="622163"/>
            <a:ext cx="1482730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9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35" name="Google Shape;135;p2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21"/>
          <p:cNvCxnSpPr/>
          <p:nvPr/>
        </p:nvCxnSpPr>
        <p:spPr>
          <a:xfrm rot="10800000">
            <a:off x="-25233" y="471415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-25233" y="1120801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" name="Google Shape;140;p21"/>
          <p:cNvCxnSpPr/>
          <p:nvPr/>
        </p:nvCxnSpPr>
        <p:spPr>
          <a:xfrm rot="10800000">
            <a:off x="-25233" y="1770185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" name="Google Shape;141;p21"/>
          <p:cNvCxnSpPr/>
          <p:nvPr/>
        </p:nvCxnSpPr>
        <p:spPr>
          <a:xfrm rot="10800000">
            <a:off x="-25233" y="2419502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21"/>
          <p:cNvCxnSpPr/>
          <p:nvPr/>
        </p:nvCxnSpPr>
        <p:spPr>
          <a:xfrm rot="10800000">
            <a:off x="-25233" y="3068889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3" name="Google Shape;143;p21"/>
          <p:cNvGrpSpPr/>
          <p:nvPr/>
        </p:nvGrpSpPr>
        <p:grpSpPr>
          <a:xfrm>
            <a:off x="-4699" y="-136"/>
            <a:ext cx="12208652" cy="6857656"/>
            <a:chOff x="1" y="0"/>
            <a:chExt cx="16277769" cy="9143542"/>
          </a:xfrm>
        </p:grpSpPr>
        <p:cxnSp>
          <p:nvCxnSpPr>
            <p:cNvPr id="144" name="Google Shape;144;p21"/>
            <p:cNvCxnSpPr/>
            <p:nvPr/>
          </p:nvCxnSpPr>
          <p:spPr>
            <a:xfrm>
              <a:off x="85669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>
              <a:off x="171339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>
              <a:off x="257008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7" name="Google Shape;147;p21"/>
            <p:cNvCxnSpPr/>
            <p:nvPr/>
          </p:nvCxnSpPr>
          <p:spPr>
            <a:xfrm>
              <a:off x="342677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8" name="Google Shape;148;p21"/>
            <p:cNvCxnSpPr/>
            <p:nvPr/>
          </p:nvCxnSpPr>
          <p:spPr>
            <a:xfrm>
              <a:off x="4283474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9" name="Google Shape;149;p21"/>
            <p:cNvCxnSpPr/>
            <p:nvPr/>
          </p:nvCxnSpPr>
          <p:spPr>
            <a:xfrm>
              <a:off x="5140167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0" name="Google Shape;150;p21"/>
            <p:cNvCxnSpPr/>
            <p:nvPr/>
          </p:nvCxnSpPr>
          <p:spPr>
            <a:xfrm>
              <a:off x="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1" name="Google Shape;151;p21"/>
            <p:cNvCxnSpPr/>
            <p:nvPr/>
          </p:nvCxnSpPr>
          <p:spPr>
            <a:xfrm>
              <a:off x="5996862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2" name="Google Shape;152;p21"/>
            <p:cNvCxnSpPr/>
            <p:nvPr/>
          </p:nvCxnSpPr>
          <p:spPr>
            <a:xfrm>
              <a:off x="685355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3" name="Google Shape;153;p21"/>
            <p:cNvCxnSpPr/>
            <p:nvPr/>
          </p:nvCxnSpPr>
          <p:spPr>
            <a:xfrm>
              <a:off x="771025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4" name="Google Shape;154;p21"/>
            <p:cNvCxnSpPr/>
            <p:nvPr/>
          </p:nvCxnSpPr>
          <p:spPr>
            <a:xfrm>
              <a:off x="8566946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5" name="Google Shape;155;p21"/>
            <p:cNvCxnSpPr/>
            <p:nvPr/>
          </p:nvCxnSpPr>
          <p:spPr>
            <a:xfrm>
              <a:off x="942364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1"/>
            <p:cNvCxnSpPr/>
            <p:nvPr/>
          </p:nvCxnSpPr>
          <p:spPr>
            <a:xfrm>
              <a:off x="1028033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1"/>
            <p:cNvCxnSpPr/>
            <p:nvPr/>
          </p:nvCxnSpPr>
          <p:spPr>
            <a:xfrm>
              <a:off x="1113702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1"/>
            <p:cNvCxnSpPr/>
            <p:nvPr/>
          </p:nvCxnSpPr>
          <p:spPr>
            <a:xfrm>
              <a:off x="11993724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1"/>
            <p:cNvCxnSpPr/>
            <p:nvPr/>
          </p:nvCxnSpPr>
          <p:spPr>
            <a:xfrm>
              <a:off x="1285056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1"/>
            <p:cNvCxnSpPr/>
            <p:nvPr/>
          </p:nvCxnSpPr>
          <p:spPr>
            <a:xfrm>
              <a:off x="13707256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1"/>
            <p:cNvCxnSpPr/>
            <p:nvPr/>
          </p:nvCxnSpPr>
          <p:spPr>
            <a:xfrm>
              <a:off x="1456411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62" name="Google Shape;162;p21"/>
            <p:cNvGrpSpPr/>
            <p:nvPr/>
          </p:nvGrpSpPr>
          <p:grpSpPr>
            <a:xfrm>
              <a:off x="15420933" y="0"/>
              <a:ext cx="856837" cy="9143542"/>
              <a:chOff x="1" y="0"/>
              <a:chExt cx="856837" cy="9143542"/>
            </a:xfrm>
          </p:grpSpPr>
          <p:cxnSp>
            <p:nvCxnSpPr>
              <p:cNvPr id="163" name="Google Shape;163;p21"/>
              <p:cNvCxnSpPr/>
              <p:nvPr/>
            </p:nvCxnSpPr>
            <p:spPr>
              <a:xfrm>
                <a:off x="1" y="0"/>
                <a:ext cx="0" cy="9143542"/>
              </a:xfrm>
              <a:prstGeom prst="straightConnector1">
                <a:avLst/>
              </a:prstGeom>
              <a:noFill/>
              <a:ln cap="flat" cmpd="sng" w="16933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64" name="Google Shape;164;p21"/>
              <p:cNvCxnSpPr/>
              <p:nvPr/>
            </p:nvCxnSpPr>
            <p:spPr>
              <a:xfrm>
                <a:off x="856839" y="0"/>
                <a:ext cx="0" cy="9143542"/>
              </a:xfrm>
              <a:prstGeom prst="straightConnector1">
                <a:avLst/>
              </a:prstGeom>
              <a:noFill/>
              <a:ln cap="flat" cmpd="sng" w="16933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65" name="Google Shape;165;p21"/>
          <p:cNvCxnSpPr/>
          <p:nvPr/>
        </p:nvCxnSpPr>
        <p:spPr>
          <a:xfrm rot="10800000">
            <a:off x="-25233" y="3718270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6" name="Google Shape;166;p21"/>
          <p:cNvCxnSpPr/>
          <p:nvPr/>
        </p:nvCxnSpPr>
        <p:spPr>
          <a:xfrm rot="10800000">
            <a:off x="-25233" y="4367656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7" name="Google Shape;167;p21"/>
          <p:cNvCxnSpPr/>
          <p:nvPr/>
        </p:nvCxnSpPr>
        <p:spPr>
          <a:xfrm rot="10800000">
            <a:off x="-25233" y="5016969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8" name="Google Shape;168;p21"/>
          <p:cNvCxnSpPr/>
          <p:nvPr/>
        </p:nvCxnSpPr>
        <p:spPr>
          <a:xfrm rot="10800000">
            <a:off x="-25233" y="5666356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" name="Google Shape;169;p21"/>
          <p:cNvCxnSpPr/>
          <p:nvPr/>
        </p:nvCxnSpPr>
        <p:spPr>
          <a:xfrm rot="10800000">
            <a:off x="-25233" y="6315637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" name="Google Shape;170;p21"/>
          <p:cNvSpPr txBox="1"/>
          <p:nvPr>
            <p:ph type="title"/>
          </p:nvPr>
        </p:nvSpPr>
        <p:spPr>
          <a:xfrm>
            <a:off x="1916923" y="1768512"/>
            <a:ext cx="8345005" cy="2597470"/>
          </a:xfrm>
          <a:prstGeom prst="rect">
            <a:avLst/>
          </a:prstGeom>
          <a:solidFill>
            <a:srgbClr val="493691"/>
          </a:solidFill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71" name="Google Shape;171;p21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6052957" y="2307206"/>
            <a:ext cx="5767465" cy="60357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type="title"/>
          </p:nvPr>
        </p:nvSpPr>
        <p:spPr>
          <a:xfrm>
            <a:off x="369989" y="1412830"/>
            <a:ext cx="5725866" cy="37378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75" name="Google Shape;175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726950" y="369980"/>
            <a:ext cx="10737749" cy="795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09586" y="1600120"/>
            <a:ext cx="10972544" cy="5257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-white.pngGoogle Shape;16;p2" id="259" name="Google Shape;259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790" y="622163"/>
            <a:ext cx="1482727" cy="277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38718" y="899316"/>
            <a:ext cx="4848581" cy="4848581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33"/>
          <p:cNvSpPr txBox="1"/>
          <p:nvPr>
            <p:ph type="title"/>
          </p:nvPr>
        </p:nvSpPr>
        <p:spPr>
          <a:xfrm>
            <a:off x="379790" y="1039501"/>
            <a:ext cx="5225469" cy="203554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333">
                <a:solidFill>
                  <a:srgbClr val="FAF9FE"/>
                </a:solidFill>
              </a:rPr>
              <a:t>AI Vision Feasibility Tests</a:t>
            </a:r>
            <a:endParaRPr b="1" sz="5333">
              <a:solidFill>
                <a:srgbClr val="FAF9FE"/>
              </a:solidFill>
            </a:endParaRPr>
          </a:p>
        </p:txBody>
      </p:sp>
      <p:sp>
        <p:nvSpPr>
          <p:cNvPr id="262" name="Google Shape;262;p33"/>
          <p:cNvSpPr txBox="1"/>
          <p:nvPr/>
        </p:nvSpPr>
        <p:spPr>
          <a:xfrm>
            <a:off x="150196" y="4567571"/>
            <a:ext cx="5734257" cy="1624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70000" lnSpcReduction="10000"/>
          </a:bodyPr>
          <a:lstStyle/>
          <a:p>
            <a:pPr indent="0" lvl="0" marL="0" marR="0" rtl="0" algn="l">
              <a:lnSpc>
                <a:spcPct val="1218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38462"/>
              <a:buFont typeface="Arial"/>
              <a:buNone/>
            </a:pPr>
            <a:r>
              <a:rPr b="1" lang="en" sz="346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Site: {{ site }}</a:t>
            </a:r>
            <a:br>
              <a:rPr b="1" lang="en" sz="346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b="1" lang="en" sz="346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Project: {{ project_name }}</a:t>
            </a:r>
            <a:br>
              <a:rPr b="1" i="0" lang="en" sz="3467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b="1" i="0" lang="en" sz="3467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Date: {{ date }}</a:t>
            </a:r>
            <a:br>
              <a:rPr b="1" i="0" lang="en" sz="3467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b="1" lang="en" sz="3467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Sales engineer name: {{ se_name }}</a:t>
            </a:r>
            <a:endParaRPr b="0" sz="2533" u="none" cap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