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49" r:id="rId7"/>
  </p:sldMasterIdLst>
  <p:sldIdLst>
    <p:sldId id="256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Master" Target="slideMasters/slideMaster2.xml"/><Relationship Id="rId8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5" type="tx">
  <p:cSld name="TITLE_AND_BODY">
    <p:bg>
      <p:bgPr>
        <a:solidFill>
          <a:srgbClr val="49369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/>
          <p:nvPr>
            <p:ph type="title"/>
          </p:nvPr>
        </p:nvSpPr>
        <p:spPr>
          <a:xfrm>
            <a:off x="379790" y="1883053"/>
            <a:ext cx="5225469" cy="3010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667"/>
              <a:buFont typeface="Montserrat SemiBold"/>
              <a:buNone/>
              <a:defRPr sz="4667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67" name="Google Shape;67;p16"/>
          <p:cNvSpPr/>
          <p:nvPr/>
        </p:nvSpPr>
        <p:spPr>
          <a:xfrm>
            <a:off x="6108981" y="0"/>
            <a:ext cx="6082648" cy="6857828"/>
          </a:xfrm>
          <a:prstGeom prst="rect">
            <a:avLst/>
          </a:prstGeom>
          <a:gradFill>
            <a:gsLst>
              <a:gs pos="0">
                <a:srgbClr val="241465"/>
              </a:gs>
              <a:gs pos="100000">
                <a:srgbClr val="493691"/>
              </a:gs>
            </a:gsLst>
            <a:lin ang="16198662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67"/>
              <a:buFont typeface="Montserrat"/>
              <a:buNone/>
            </a:pPr>
            <a:r>
              <a:t/>
            </a:r>
            <a:endParaRPr b="0" i="0" sz="1867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69989" y="371791"/>
            <a:ext cx="5110272" cy="183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067"/>
              <a:buFont typeface="Montserrat"/>
              <a:buNone/>
              <a:defRPr b="1" sz="1067">
                <a:solidFill>
                  <a:srgbClr val="49369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067"/>
              <a:buFont typeface="Montserrat"/>
              <a:buNone/>
              <a:defRPr b="1" sz="1067">
                <a:solidFill>
                  <a:srgbClr val="49369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067"/>
              <a:buFont typeface="Montserrat"/>
              <a:buNone/>
              <a:defRPr b="1" sz="1067">
                <a:solidFill>
                  <a:srgbClr val="49369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067"/>
              <a:buFont typeface="Montserrat"/>
              <a:buNone/>
              <a:defRPr b="1" sz="1067">
                <a:solidFill>
                  <a:srgbClr val="49369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067"/>
              <a:buFont typeface="Montserrat"/>
              <a:buNone/>
              <a:defRPr b="1" sz="1067">
                <a:solidFill>
                  <a:srgbClr val="49369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cxnSp>
        <p:nvCxnSpPr>
          <p:cNvPr id="69" name="Google Shape;69;p16"/>
          <p:cNvCxnSpPr/>
          <p:nvPr/>
        </p:nvCxnSpPr>
        <p:spPr>
          <a:xfrm rot="10800000">
            <a:off x="6113895" y="1770224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" name="Google Shape;70;p16"/>
          <p:cNvCxnSpPr/>
          <p:nvPr/>
        </p:nvCxnSpPr>
        <p:spPr>
          <a:xfrm rot="10800000">
            <a:off x="6113895" y="2419558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" name="Google Shape;71;p16"/>
          <p:cNvCxnSpPr/>
          <p:nvPr/>
        </p:nvCxnSpPr>
        <p:spPr>
          <a:xfrm rot="10800000">
            <a:off x="6113895" y="3068962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" name="Google Shape;72;p16"/>
          <p:cNvCxnSpPr/>
          <p:nvPr/>
        </p:nvCxnSpPr>
        <p:spPr>
          <a:xfrm rot="10800000">
            <a:off x="6113895" y="3718362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" name="Google Shape;73;p16"/>
          <p:cNvCxnSpPr/>
          <p:nvPr/>
        </p:nvCxnSpPr>
        <p:spPr>
          <a:xfrm rot="10800000">
            <a:off x="6113895" y="4367767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" name="Google Shape;74;p16"/>
          <p:cNvCxnSpPr/>
          <p:nvPr/>
        </p:nvCxnSpPr>
        <p:spPr>
          <a:xfrm rot="10800000">
            <a:off x="6113895" y="5017098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" name="Google Shape;75;p16"/>
          <p:cNvCxnSpPr/>
          <p:nvPr/>
        </p:nvCxnSpPr>
        <p:spPr>
          <a:xfrm rot="10800000">
            <a:off x="6113895" y="5666504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6" name="Google Shape;76;p16"/>
          <p:cNvCxnSpPr/>
          <p:nvPr/>
        </p:nvCxnSpPr>
        <p:spPr>
          <a:xfrm rot="10800000">
            <a:off x="6113895" y="6315803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" name="Google Shape;77;p16"/>
          <p:cNvCxnSpPr/>
          <p:nvPr/>
        </p:nvCxnSpPr>
        <p:spPr>
          <a:xfrm rot="10800000">
            <a:off x="6113895" y="471416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" name="Google Shape;78;p16"/>
          <p:cNvCxnSpPr/>
          <p:nvPr/>
        </p:nvCxnSpPr>
        <p:spPr>
          <a:xfrm rot="10800000">
            <a:off x="6113895" y="1120820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79" name="Google Shape;79;p16"/>
          <p:cNvGrpSpPr/>
          <p:nvPr/>
        </p:nvGrpSpPr>
        <p:grpSpPr>
          <a:xfrm>
            <a:off x="6115352" y="-136"/>
            <a:ext cx="5783155" cy="6857828"/>
            <a:chOff x="1" y="0"/>
            <a:chExt cx="5783155" cy="6857828"/>
          </a:xfrm>
        </p:grpSpPr>
        <p:cxnSp>
          <p:nvCxnSpPr>
            <p:cNvPr id="80" name="Google Shape;80;p16"/>
            <p:cNvCxnSpPr/>
            <p:nvPr/>
          </p:nvCxnSpPr>
          <p:spPr>
            <a:xfrm>
              <a:off x="1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1" name="Google Shape;81;p16"/>
            <p:cNvCxnSpPr/>
            <p:nvPr/>
          </p:nvCxnSpPr>
          <p:spPr>
            <a:xfrm>
              <a:off x="642537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" name="Google Shape;82;p16"/>
            <p:cNvCxnSpPr/>
            <p:nvPr/>
          </p:nvCxnSpPr>
          <p:spPr>
            <a:xfrm>
              <a:off x="1285075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3" name="Google Shape;83;p16"/>
            <p:cNvCxnSpPr/>
            <p:nvPr/>
          </p:nvCxnSpPr>
          <p:spPr>
            <a:xfrm>
              <a:off x="1927612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4" name="Google Shape;84;p16"/>
            <p:cNvCxnSpPr/>
            <p:nvPr/>
          </p:nvCxnSpPr>
          <p:spPr>
            <a:xfrm>
              <a:off x="2570148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5" name="Google Shape;85;p16"/>
            <p:cNvCxnSpPr/>
            <p:nvPr/>
          </p:nvCxnSpPr>
          <p:spPr>
            <a:xfrm>
              <a:off x="3212685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6" name="Google Shape;86;p16"/>
            <p:cNvCxnSpPr/>
            <p:nvPr/>
          </p:nvCxnSpPr>
          <p:spPr>
            <a:xfrm>
              <a:off x="3855329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7" name="Google Shape;87;p16"/>
            <p:cNvCxnSpPr/>
            <p:nvPr/>
          </p:nvCxnSpPr>
          <p:spPr>
            <a:xfrm>
              <a:off x="4497865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8" name="Google Shape;88;p16"/>
            <p:cNvCxnSpPr/>
            <p:nvPr/>
          </p:nvCxnSpPr>
          <p:spPr>
            <a:xfrm>
              <a:off x="5140523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" name="Google Shape;89;p16"/>
            <p:cNvCxnSpPr/>
            <p:nvPr/>
          </p:nvCxnSpPr>
          <p:spPr>
            <a:xfrm>
              <a:off x="5783157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90" name="Google Shape;90;p16"/>
          <p:cNvSpPr txBox="1"/>
          <p:nvPr>
            <p:ph idx="12" type="sldNum"/>
          </p:nvPr>
        </p:nvSpPr>
        <p:spPr>
          <a:xfrm>
            <a:off x="5892653" y="6169928"/>
            <a:ext cx="2844729" cy="369191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60932" spcFirstLastPara="1" rIns="60932" wrap="square" tIns="60932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1">
  <p:cSld name="CUSTOM_11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5"/>
          <p:cNvSpPr/>
          <p:nvPr>
            <p:ph idx="2" type="pic"/>
          </p:nvPr>
        </p:nvSpPr>
        <p:spPr>
          <a:xfrm>
            <a:off x="369989" y="979441"/>
            <a:ext cx="1845154" cy="2213545"/>
          </a:xfrm>
          <a:prstGeom prst="rect">
            <a:avLst/>
          </a:prstGeom>
          <a:noFill/>
          <a:ln>
            <a:noFill/>
          </a:ln>
        </p:spPr>
      </p:sp>
      <p:sp>
        <p:nvSpPr>
          <p:cNvPr id="190" name="Google Shape;190;p25"/>
          <p:cNvSpPr/>
          <p:nvPr>
            <p:ph idx="3" type="pic"/>
          </p:nvPr>
        </p:nvSpPr>
        <p:spPr>
          <a:xfrm>
            <a:off x="369989" y="3361481"/>
            <a:ext cx="1845154" cy="2505537"/>
          </a:xfrm>
          <a:prstGeom prst="rect">
            <a:avLst/>
          </a:prstGeom>
          <a:noFill/>
          <a:ln>
            <a:noFill/>
          </a:ln>
        </p:spPr>
      </p:sp>
      <p:sp>
        <p:nvSpPr>
          <p:cNvPr id="191" name="Google Shape;191;p25"/>
          <p:cNvSpPr/>
          <p:nvPr>
            <p:ph idx="4" type="pic"/>
          </p:nvPr>
        </p:nvSpPr>
        <p:spPr>
          <a:xfrm>
            <a:off x="2490115" y="1134505"/>
            <a:ext cx="3452314" cy="4577485"/>
          </a:xfrm>
          <a:prstGeom prst="rect">
            <a:avLst/>
          </a:prstGeom>
          <a:noFill/>
          <a:ln>
            <a:noFill/>
          </a:ln>
        </p:spPr>
      </p:sp>
      <p:sp>
        <p:nvSpPr>
          <p:cNvPr id="192" name="Google Shape;192;p25"/>
          <p:cNvSpPr txBox="1"/>
          <p:nvPr>
            <p:ph type="title"/>
          </p:nvPr>
        </p:nvSpPr>
        <p:spPr>
          <a:xfrm>
            <a:off x="7704039" y="2400939"/>
            <a:ext cx="3760706" cy="136476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Montserrat"/>
              <a:buNone/>
              <a:defRPr b="1"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193" name="Google Shape;193;p25"/>
          <p:cNvSpPr txBox="1"/>
          <p:nvPr>
            <p:ph idx="1" type="body"/>
          </p:nvPr>
        </p:nvSpPr>
        <p:spPr>
          <a:xfrm>
            <a:off x="369989" y="371791"/>
            <a:ext cx="5110272" cy="183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pic>
        <p:nvPicPr>
          <p:cNvPr descr="Logo-white.pngGoogle Shape;125;p10" id="194" name="Google Shape;194;p25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10665200" y="303528"/>
            <a:ext cx="1156572" cy="277161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5"/>
          <p:cNvSpPr txBox="1"/>
          <p:nvPr>
            <p:ph idx="12" type="sldNum"/>
          </p:nvPr>
        </p:nvSpPr>
        <p:spPr>
          <a:xfrm>
            <a:off x="11652438" y="6343529"/>
            <a:ext cx="169196" cy="163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2">
  <p:cSld name="CUSTOM_12">
    <p:bg>
      <p:bgPr>
        <a:solidFill>
          <a:schemeClr val="accent2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6"/>
          <p:cNvSpPr txBox="1"/>
          <p:nvPr>
            <p:ph type="title"/>
          </p:nvPr>
        </p:nvSpPr>
        <p:spPr>
          <a:xfrm>
            <a:off x="369989" y="554985"/>
            <a:ext cx="11451714" cy="11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4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198" name="Google Shape;198;p26"/>
          <p:cNvSpPr txBox="1"/>
          <p:nvPr>
            <p:ph idx="1" type="body"/>
          </p:nvPr>
        </p:nvSpPr>
        <p:spPr>
          <a:xfrm>
            <a:off x="6095847" y="3428914"/>
            <a:ext cx="4779880" cy="1463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467"/>
              <a:buChar char="●"/>
              <a:defRPr>
                <a:solidFill>
                  <a:srgbClr val="493691"/>
                </a:solidFill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467"/>
              <a:buChar char="○"/>
              <a:defRPr>
                <a:solidFill>
                  <a:srgbClr val="493691"/>
                </a:solidFill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467"/>
              <a:buChar char="■"/>
              <a:defRPr>
                <a:solidFill>
                  <a:srgbClr val="493691"/>
                </a:solidFill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467"/>
              <a:buChar char="●"/>
              <a:defRPr>
                <a:solidFill>
                  <a:srgbClr val="493691"/>
                </a:solidFill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467"/>
              <a:buChar char="○"/>
              <a:defRPr>
                <a:solidFill>
                  <a:srgbClr val="49369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199" name="Google Shape;199;p26"/>
          <p:cNvSpPr txBox="1"/>
          <p:nvPr>
            <p:ph idx="2" type="body"/>
          </p:nvPr>
        </p:nvSpPr>
        <p:spPr>
          <a:xfrm>
            <a:off x="369989" y="3428902"/>
            <a:ext cx="4779880" cy="1463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pic>
        <p:nvPicPr>
          <p:cNvPr descr="Logo2.pngGoogle Shape;132;p11" id="200" name="Google Shape;200;p26"/>
          <p:cNvPicPr preferRelativeResize="0"/>
          <p:nvPr/>
        </p:nvPicPr>
        <p:blipFill rotWithShape="1">
          <a:blip r:embed="rId2">
            <a:alphaModFix/>
          </a:blip>
          <a:srcRect b="0" l="24471" r="0" t="0"/>
          <a:stretch/>
        </p:blipFill>
        <p:spPr>
          <a:xfrm>
            <a:off x="10648199" y="273526"/>
            <a:ext cx="1184038" cy="33712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6"/>
          <p:cNvSpPr txBox="1"/>
          <p:nvPr>
            <p:ph idx="12" type="sldNum"/>
          </p:nvPr>
        </p:nvSpPr>
        <p:spPr>
          <a:xfrm>
            <a:off x="11652438" y="6343529"/>
            <a:ext cx="169196" cy="163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2_1">
  <p:cSld name="CUSTOM_12_1">
    <p:bg>
      <p:bgPr>
        <a:solidFill>
          <a:schemeClr val="accent2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7"/>
          <p:cNvSpPr txBox="1"/>
          <p:nvPr>
            <p:ph type="title"/>
          </p:nvPr>
        </p:nvSpPr>
        <p:spPr>
          <a:xfrm>
            <a:off x="369989" y="554985"/>
            <a:ext cx="4841079" cy="11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4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204" name="Google Shape;204;p27"/>
          <p:cNvSpPr txBox="1"/>
          <p:nvPr>
            <p:ph idx="1" type="body"/>
          </p:nvPr>
        </p:nvSpPr>
        <p:spPr>
          <a:xfrm>
            <a:off x="6452739" y="1120571"/>
            <a:ext cx="5011875" cy="992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  <a:defRPr sz="1200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857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○"/>
              <a:defRPr sz="1200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857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■"/>
              <a:defRPr sz="1200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857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  <a:defRPr sz="1200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2857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○"/>
              <a:defRPr sz="1200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pic>
        <p:nvPicPr>
          <p:cNvPr descr="Logo2.pngGoogle Shape;140;p12" id="205" name="Google Shape;205;p27"/>
          <p:cNvPicPr preferRelativeResize="0"/>
          <p:nvPr/>
        </p:nvPicPr>
        <p:blipFill rotWithShape="1">
          <a:blip r:embed="rId2">
            <a:alphaModFix/>
          </a:blip>
          <a:srcRect b="0" l="24471" r="0" t="0"/>
          <a:stretch/>
        </p:blipFill>
        <p:spPr>
          <a:xfrm>
            <a:off x="10648199" y="273526"/>
            <a:ext cx="1184038" cy="337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eck.pngGoogle Shape;141;p12" id="206" name="Google Shape;20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3048" y="813845"/>
            <a:ext cx="255995" cy="255996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7"/>
          <p:cNvSpPr txBox="1"/>
          <p:nvPr>
            <p:ph idx="2" type="body"/>
          </p:nvPr>
        </p:nvSpPr>
        <p:spPr>
          <a:xfrm>
            <a:off x="6452739" y="2461070"/>
            <a:ext cx="5011875" cy="992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pic>
        <p:nvPicPr>
          <p:cNvPr descr="check.pngGoogle Shape;144;p12" id="208" name="Google Shape;20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3048" y="2154346"/>
            <a:ext cx="255995" cy="255995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7"/>
          <p:cNvSpPr txBox="1"/>
          <p:nvPr>
            <p:ph idx="3" type="body"/>
          </p:nvPr>
        </p:nvSpPr>
        <p:spPr>
          <a:xfrm>
            <a:off x="6452739" y="3801570"/>
            <a:ext cx="5011875" cy="992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pic>
        <p:nvPicPr>
          <p:cNvPr descr="check.pngGoogle Shape;147;p12" id="210" name="Google Shape;21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3048" y="3494846"/>
            <a:ext cx="255995" cy="25599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7"/>
          <p:cNvSpPr txBox="1"/>
          <p:nvPr>
            <p:ph idx="4" type="body"/>
          </p:nvPr>
        </p:nvSpPr>
        <p:spPr>
          <a:xfrm>
            <a:off x="6452739" y="5153004"/>
            <a:ext cx="5011875" cy="992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pic>
        <p:nvPicPr>
          <p:cNvPr descr="check.pngGoogle Shape;150;p12" id="212" name="Google Shape;21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3048" y="4846277"/>
            <a:ext cx="255995" cy="25599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3" name="Google Shape;213;p27"/>
          <p:cNvCxnSpPr/>
          <p:nvPr/>
        </p:nvCxnSpPr>
        <p:spPr>
          <a:xfrm>
            <a:off x="5703925" y="383190"/>
            <a:ext cx="0" cy="6097847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4" name="Google Shape;214;p27"/>
          <p:cNvSpPr txBox="1"/>
          <p:nvPr>
            <p:ph idx="5" type="body"/>
          </p:nvPr>
        </p:nvSpPr>
        <p:spPr>
          <a:xfrm>
            <a:off x="369989" y="1415785"/>
            <a:ext cx="4571486" cy="2682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215" name="Google Shape;215;p27"/>
          <p:cNvSpPr txBox="1"/>
          <p:nvPr>
            <p:ph idx="12" type="sldNum"/>
          </p:nvPr>
        </p:nvSpPr>
        <p:spPr>
          <a:xfrm>
            <a:off x="11652438" y="6343529"/>
            <a:ext cx="169196" cy="163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3">
  <p:cSld name="CUSTOM_13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8"/>
          <p:cNvSpPr txBox="1"/>
          <p:nvPr/>
        </p:nvSpPr>
        <p:spPr>
          <a:xfrm>
            <a:off x="369989" y="2579837"/>
            <a:ext cx="1106772" cy="1539161"/>
          </a:xfrm>
          <a:prstGeom prst="rect">
            <a:avLst/>
          </a:prstGeom>
          <a:noFill/>
          <a:ln>
            <a:noFill/>
          </a:ln>
        </p:spPr>
        <p:txBody>
          <a:bodyPr anchorCtr="0" anchor="t" bIns="121864" lIns="121864" spcFirstLastPara="1" rIns="121864" wrap="square" tIns="121864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8400"/>
              <a:buFont typeface="Work Sans"/>
              <a:buNone/>
            </a:pPr>
            <a:r>
              <a:rPr b="1" i="0" lang="en" sz="8400" u="none" cap="none" strike="noStrike">
                <a:solidFill>
                  <a:srgbClr val="493691"/>
                </a:solidFill>
                <a:latin typeface="Work Sans"/>
                <a:ea typeface="Work Sans"/>
                <a:cs typeface="Work Sans"/>
                <a:sym typeface="Work Sans"/>
              </a:rPr>
              <a:t>“</a:t>
            </a:r>
            <a:endParaRPr/>
          </a:p>
        </p:txBody>
      </p:sp>
      <p:sp>
        <p:nvSpPr>
          <p:cNvPr id="218" name="Google Shape;218;p28"/>
          <p:cNvSpPr txBox="1"/>
          <p:nvPr>
            <p:ph type="title"/>
          </p:nvPr>
        </p:nvSpPr>
        <p:spPr>
          <a:xfrm>
            <a:off x="369989" y="554985"/>
            <a:ext cx="11451714" cy="11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219" name="Google Shape;219;p28"/>
          <p:cNvSpPr txBox="1"/>
          <p:nvPr>
            <p:ph idx="1" type="body"/>
          </p:nvPr>
        </p:nvSpPr>
        <p:spPr>
          <a:xfrm>
            <a:off x="726948" y="4963874"/>
            <a:ext cx="4733882" cy="142236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ontserrat"/>
              <a:buNone/>
              <a:defRPr b="1" sz="12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ontserrat"/>
              <a:buNone/>
              <a:defRPr b="1" sz="1200">
                <a:solidFill>
                  <a:schemeClr val="accen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ontserrat"/>
              <a:buNone/>
              <a:defRPr b="1" sz="1200">
                <a:solidFill>
                  <a:schemeClr val="accen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ontserrat"/>
              <a:buNone/>
              <a:defRPr b="1" sz="1200">
                <a:solidFill>
                  <a:schemeClr val="accen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ontserrat"/>
              <a:buNone/>
              <a:defRPr b="1" sz="1200">
                <a:solidFill>
                  <a:schemeClr val="accent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220" name="Google Shape;220;p28"/>
          <p:cNvSpPr txBox="1"/>
          <p:nvPr>
            <p:ph idx="2" type="body"/>
          </p:nvPr>
        </p:nvSpPr>
        <p:spPr>
          <a:xfrm>
            <a:off x="726948" y="3087021"/>
            <a:ext cx="4733882" cy="1463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221" name="Google Shape;221;p28"/>
          <p:cNvSpPr txBox="1"/>
          <p:nvPr/>
        </p:nvSpPr>
        <p:spPr>
          <a:xfrm>
            <a:off x="5745580" y="2579837"/>
            <a:ext cx="1106772" cy="1539161"/>
          </a:xfrm>
          <a:prstGeom prst="rect">
            <a:avLst/>
          </a:prstGeom>
          <a:noFill/>
          <a:ln>
            <a:noFill/>
          </a:ln>
        </p:spPr>
        <p:txBody>
          <a:bodyPr anchorCtr="0" anchor="t" bIns="121864" lIns="121864" spcFirstLastPara="1" rIns="121864" wrap="square" tIns="121864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8400"/>
              <a:buFont typeface="Work Sans"/>
              <a:buNone/>
            </a:pPr>
            <a:r>
              <a:rPr b="1" i="0" lang="en" sz="8400" u="none" cap="none" strike="noStrike">
                <a:solidFill>
                  <a:srgbClr val="493691"/>
                </a:solidFill>
                <a:latin typeface="Work Sans"/>
                <a:ea typeface="Work Sans"/>
                <a:cs typeface="Work Sans"/>
                <a:sym typeface="Work Sans"/>
              </a:rPr>
              <a:t>“</a:t>
            </a:r>
            <a:endParaRPr/>
          </a:p>
        </p:txBody>
      </p:sp>
      <p:sp>
        <p:nvSpPr>
          <p:cNvPr id="222" name="Google Shape;222;p28"/>
          <p:cNvSpPr txBox="1"/>
          <p:nvPr>
            <p:ph idx="3" type="body"/>
          </p:nvPr>
        </p:nvSpPr>
        <p:spPr>
          <a:xfrm>
            <a:off x="6102537" y="3087021"/>
            <a:ext cx="4733882" cy="1463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pic>
        <p:nvPicPr>
          <p:cNvPr descr="Logo-white.pngGoogle Shape;164;p13" id="223" name="Google Shape;223;p28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10665200" y="303528"/>
            <a:ext cx="1156572" cy="277161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8"/>
          <p:cNvSpPr txBox="1"/>
          <p:nvPr>
            <p:ph idx="12" type="sldNum"/>
          </p:nvPr>
        </p:nvSpPr>
        <p:spPr>
          <a:xfrm>
            <a:off x="11652438" y="6343529"/>
            <a:ext cx="169196" cy="163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5">
  <p:cSld name="CUSTOM_15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9"/>
          <p:cNvSpPr txBox="1"/>
          <p:nvPr>
            <p:ph type="title"/>
          </p:nvPr>
        </p:nvSpPr>
        <p:spPr>
          <a:xfrm>
            <a:off x="7095722" y="674783"/>
            <a:ext cx="4725882" cy="7723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67"/>
              <a:buFont typeface="Montserrat SemiBold"/>
              <a:buNone/>
              <a:defRPr sz="2667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227" name="Google Shape;227;p29"/>
          <p:cNvSpPr/>
          <p:nvPr>
            <p:ph idx="2" type="pic"/>
          </p:nvPr>
        </p:nvSpPr>
        <p:spPr>
          <a:xfrm>
            <a:off x="6095847" y="702416"/>
            <a:ext cx="5369066" cy="5777455"/>
          </a:xfrm>
          <a:prstGeom prst="rect">
            <a:avLst/>
          </a:prstGeom>
          <a:noFill/>
          <a:ln>
            <a:noFill/>
          </a:ln>
        </p:spPr>
      </p:sp>
      <p:sp>
        <p:nvSpPr>
          <p:cNvPr id="228" name="Google Shape;228;p29"/>
          <p:cNvSpPr txBox="1"/>
          <p:nvPr>
            <p:ph idx="1" type="body"/>
          </p:nvPr>
        </p:nvSpPr>
        <p:spPr>
          <a:xfrm>
            <a:off x="369989" y="371791"/>
            <a:ext cx="5110272" cy="183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pic>
        <p:nvPicPr>
          <p:cNvPr descr="Logo-white.pngGoogle Shape;169;p14" id="229" name="Google Shape;229;p29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10665200" y="303528"/>
            <a:ext cx="1156572" cy="277161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9"/>
          <p:cNvSpPr txBox="1"/>
          <p:nvPr>
            <p:ph idx="12" type="sldNum"/>
          </p:nvPr>
        </p:nvSpPr>
        <p:spPr>
          <a:xfrm>
            <a:off x="11652438" y="6343529"/>
            <a:ext cx="169196" cy="163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7_1">
  <p:cSld name="CUSTOM_17_1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0"/>
          <p:cNvSpPr txBox="1"/>
          <p:nvPr>
            <p:ph idx="1" type="body"/>
          </p:nvPr>
        </p:nvSpPr>
        <p:spPr>
          <a:xfrm>
            <a:off x="369989" y="4432758"/>
            <a:ext cx="2345541" cy="38679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467"/>
              <a:buFont typeface="Montserrat"/>
              <a:buNone/>
              <a:defRPr b="1">
                <a:solidFill>
                  <a:srgbClr val="E0DA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467"/>
              <a:buFont typeface="Montserrat"/>
              <a:buNone/>
              <a:defRPr b="1">
                <a:solidFill>
                  <a:srgbClr val="E0DAFF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467"/>
              <a:buFont typeface="Montserrat"/>
              <a:buNone/>
              <a:defRPr b="1">
                <a:solidFill>
                  <a:srgbClr val="E0DAFF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467"/>
              <a:buFont typeface="Montserrat"/>
              <a:buNone/>
              <a:defRPr b="1">
                <a:solidFill>
                  <a:srgbClr val="E0DAFF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467"/>
              <a:buFont typeface="Montserrat"/>
              <a:buNone/>
              <a:defRPr b="1">
                <a:solidFill>
                  <a:srgbClr val="E0DAFF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233" name="Google Shape;233;p30"/>
          <p:cNvSpPr/>
          <p:nvPr>
            <p:ph idx="2" type="pic"/>
          </p:nvPr>
        </p:nvSpPr>
        <p:spPr>
          <a:xfrm>
            <a:off x="385456" y="1782329"/>
            <a:ext cx="2334742" cy="2363941"/>
          </a:xfrm>
          <a:prstGeom prst="rect">
            <a:avLst/>
          </a:prstGeom>
          <a:noFill/>
          <a:ln>
            <a:noFill/>
          </a:ln>
        </p:spPr>
      </p:sp>
      <p:sp>
        <p:nvSpPr>
          <p:cNvPr id="234" name="Google Shape;234;p30"/>
          <p:cNvSpPr/>
          <p:nvPr>
            <p:ph idx="3" type="pic"/>
          </p:nvPr>
        </p:nvSpPr>
        <p:spPr>
          <a:xfrm>
            <a:off x="2890178" y="1782329"/>
            <a:ext cx="2334742" cy="2363941"/>
          </a:xfrm>
          <a:prstGeom prst="rect">
            <a:avLst/>
          </a:prstGeom>
          <a:noFill/>
          <a:ln>
            <a:noFill/>
          </a:ln>
        </p:spPr>
      </p:sp>
      <p:sp>
        <p:nvSpPr>
          <p:cNvPr id="235" name="Google Shape;235;p30"/>
          <p:cNvSpPr/>
          <p:nvPr>
            <p:ph idx="4" type="pic"/>
          </p:nvPr>
        </p:nvSpPr>
        <p:spPr>
          <a:xfrm>
            <a:off x="5394898" y="1782329"/>
            <a:ext cx="2334742" cy="2363941"/>
          </a:xfrm>
          <a:prstGeom prst="rect">
            <a:avLst/>
          </a:prstGeom>
          <a:noFill/>
          <a:ln>
            <a:noFill/>
          </a:ln>
        </p:spPr>
      </p:sp>
      <p:sp>
        <p:nvSpPr>
          <p:cNvPr id="236" name="Google Shape;236;p30"/>
          <p:cNvSpPr/>
          <p:nvPr>
            <p:ph idx="5" type="pic"/>
          </p:nvPr>
        </p:nvSpPr>
        <p:spPr>
          <a:xfrm>
            <a:off x="7883420" y="1782329"/>
            <a:ext cx="2334742" cy="2363941"/>
          </a:xfrm>
          <a:prstGeom prst="rect">
            <a:avLst/>
          </a:prstGeom>
          <a:noFill/>
          <a:ln>
            <a:noFill/>
          </a:ln>
        </p:spPr>
      </p:sp>
      <p:sp>
        <p:nvSpPr>
          <p:cNvPr id="237" name="Google Shape;237;p30"/>
          <p:cNvSpPr txBox="1"/>
          <p:nvPr>
            <p:ph idx="6" type="body"/>
          </p:nvPr>
        </p:nvSpPr>
        <p:spPr>
          <a:xfrm>
            <a:off x="369989" y="4880001"/>
            <a:ext cx="2345541" cy="664783"/>
          </a:xfrm>
          <a:prstGeom prst="rect">
            <a:avLst/>
          </a:prstGeom>
          <a:noFill/>
          <a:ln>
            <a:noFill/>
          </a:ln>
        </p:spPr>
        <p:txBody>
          <a:bodyPr anchorCtr="0" anchor="t" bIns="121864" lIns="121864" spcFirstLastPara="1" rIns="121864" wrap="square" tIns="121864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238" name="Google Shape;238;p30"/>
          <p:cNvSpPr txBox="1"/>
          <p:nvPr>
            <p:ph idx="7" type="body"/>
          </p:nvPr>
        </p:nvSpPr>
        <p:spPr>
          <a:xfrm>
            <a:off x="2884778" y="4880001"/>
            <a:ext cx="2345541" cy="664783"/>
          </a:xfrm>
          <a:prstGeom prst="rect">
            <a:avLst/>
          </a:prstGeom>
          <a:noFill/>
          <a:ln>
            <a:noFill/>
          </a:ln>
        </p:spPr>
        <p:txBody>
          <a:bodyPr anchorCtr="0" anchor="t" bIns="121864" lIns="121864" spcFirstLastPara="1" rIns="121864" wrap="square" tIns="121864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239" name="Google Shape;239;p30"/>
          <p:cNvSpPr txBox="1"/>
          <p:nvPr>
            <p:ph idx="8" type="body"/>
          </p:nvPr>
        </p:nvSpPr>
        <p:spPr>
          <a:xfrm>
            <a:off x="5399566" y="4880001"/>
            <a:ext cx="2345541" cy="664783"/>
          </a:xfrm>
          <a:prstGeom prst="rect">
            <a:avLst/>
          </a:prstGeom>
          <a:noFill/>
          <a:ln>
            <a:noFill/>
          </a:ln>
        </p:spPr>
        <p:txBody>
          <a:bodyPr anchorCtr="0" anchor="t" bIns="121864" lIns="121864" spcFirstLastPara="1" rIns="121864" wrap="square" tIns="121864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240" name="Google Shape;240;p30"/>
          <p:cNvSpPr txBox="1"/>
          <p:nvPr>
            <p:ph idx="9" type="body"/>
          </p:nvPr>
        </p:nvSpPr>
        <p:spPr>
          <a:xfrm>
            <a:off x="7866621" y="4880001"/>
            <a:ext cx="2345541" cy="664783"/>
          </a:xfrm>
          <a:prstGeom prst="rect">
            <a:avLst/>
          </a:prstGeom>
          <a:noFill/>
          <a:ln>
            <a:noFill/>
          </a:ln>
        </p:spPr>
        <p:txBody>
          <a:bodyPr anchorCtr="0" anchor="t" bIns="121864" lIns="121864" spcFirstLastPara="1" rIns="121864" wrap="square" tIns="121864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241" name="Google Shape;241;p30"/>
          <p:cNvSpPr txBox="1"/>
          <p:nvPr>
            <p:ph type="title"/>
          </p:nvPr>
        </p:nvSpPr>
        <p:spPr>
          <a:xfrm>
            <a:off x="369989" y="554985"/>
            <a:ext cx="11451714" cy="11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pic>
        <p:nvPicPr>
          <p:cNvPr descr="Logo-white.pngGoogle Shape;187;p15" id="242" name="Google Shape;242;p30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10665200" y="303528"/>
            <a:ext cx="1156572" cy="277161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30"/>
          <p:cNvSpPr txBox="1"/>
          <p:nvPr>
            <p:ph idx="12" type="sldNum"/>
          </p:nvPr>
        </p:nvSpPr>
        <p:spPr>
          <a:xfrm>
            <a:off x="11652438" y="6343529"/>
            <a:ext cx="169196" cy="163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1"/>
          <p:cNvSpPr/>
          <p:nvPr>
            <p:ph idx="2" type="pic"/>
          </p:nvPr>
        </p:nvSpPr>
        <p:spPr>
          <a:xfrm>
            <a:off x="369989" y="1560526"/>
            <a:ext cx="11451714" cy="4919477"/>
          </a:xfrm>
          <a:prstGeom prst="rect">
            <a:avLst/>
          </a:prstGeom>
          <a:noFill/>
          <a:ln>
            <a:noFill/>
          </a:ln>
        </p:spPr>
      </p:sp>
      <p:sp>
        <p:nvSpPr>
          <p:cNvPr id="246" name="Google Shape;246;p31"/>
          <p:cNvSpPr txBox="1"/>
          <p:nvPr>
            <p:ph type="title"/>
          </p:nvPr>
        </p:nvSpPr>
        <p:spPr>
          <a:xfrm>
            <a:off x="726948" y="369989"/>
            <a:ext cx="10737731" cy="795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247" name="Google Shape;247;p31"/>
          <p:cNvSpPr txBox="1"/>
          <p:nvPr>
            <p:ph idx="12" type="sldNum"/>
          </p:nvPr>
        </p:nvSpPr>
        <p:spPr>
          <a:xfrm>
            <a:off x="5892653" y="6169928"/>
            <a:ext cx="2844729" cy="369191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60932" spcFirstLastPara="1" rIns="60932" wrap="square" tIns="60932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1_1_1_1_1">
  <p:cSld name="CUSTOM_21_1_1_1_1">
    <p:bg>
      <p:bgPr>
        <a:solidFill>
          <a:srgbClr val="493691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2"/>
          <p:cNvSpPr/>
          <p:nvPr/>
        </p:nvSpPr>
        <p:spPr>
          <a:xfrm>
            <a:off x="218060" y="205262"/>
            <a:ext cx="11737706" cy="6426639"/>
          </a:xfrm>
          <a:prstGeom prst="roundRect">
            <a:avLst>
              <a:gd fmla="val 1636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Montserrat"/>
              <a:buNone/>
            </a:pPr>
            <a:r>
              <a:t/>
            </a:r>
            <a:endParaRPr b="0" i="0" sz="1867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32"/>
          <p:cNvSpPr txBox="1"/>
          <p:nvPr>
            <p:ph type="title"/>
          </p:nvPr>
        </p:nvSpPr>
        <p:spPr>
          <a:xfrm>
            <a:off x="609585" y="544516"/>
            <a:ext cx="10855328" cy="6923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4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251" name="Google Shape;251;p32"/>
          <p:cNvSpPr/>
          <p:nvPr/>
        </p:nvSpPr>
        <p:spPr>
          <a:xfrm>
            <a:off x="10110579" y="6325275"/>
            <a:ext cx="2081148" cy="532787"/>
          </a:xfrm>
          <a:prstGeom prst="roundRect">
            <a:avLst>
              <a:gd fmla="val 16667" name="adj"/>
            </a:avLst>
          </a:prstGeom>
          <a:solidFill>
            <a:srgbClr val="49369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67"/>
              <a:buFont typeface="Montserrat"/>
              <a:buNone/>
            </a:pPr>
            <a:r>
              <a:t/>
            </a:r>
            <a:endParaRPr b="0" i="0" sz="1867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32"/>
          <p:cNvSpPr txBox="1"/>
          <p:nvPr>
            <p:ph idx="1" type="body"/>
          </p:nvPr>
        </p:nvSpPr>
        <p:spPr>
          <a:xfrm>
            <a:off x="609585" y="1237034"/>
            <a:ext cx="5110272" cy="2559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467"/>
              <a:buFont typeface="Host Grotesk SemiBold"/>
              <a:buNone/>
              <a:defRPr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467"/>
              <a:buFont typeface="Host Grotesk SemiBold"/>
              <a:buNone/>
              <a:defRPr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467"/>
              <a:buFont typeface="Host Grotesk SemiBold"/>
              <a:buNone/>
              <a:defRPr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467"/>
              <a:buFont typeface="Host Grotesk SemiBold"/>
              <a:buNone/>
              <a:defRPr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467"/>
              <a:buFont typeface="Host Grotesk SemiBold"/>
              <a:buNone/>
              <a:defRPr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pic>
        <p:nvPicPr>
          <p:cNvPr descr="Logo-white.pngGoogle Shape;197;p17" id="253" name="Google Shape;253;p32"/>
          <p:cNvPicPr preferRelativeResize="0"/>
          <p:nvPr/>
        </p:nvPicPr>
        <p:blipFill rotWithShape="1">
          <a:blip r:embed="rId2">
            <a:alphaModFix/>
          </a:blip>
          <a:srcRect b="0" l="17012" r="0" t="0"/>
          <a:stretch/>
        </p:blipFill>
        <p:spPr>
          <a:xfrm>
            <a:off x="10348829" y="6426454"/>
            <a:ext cx="1136556" cy="255982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2"/>
          <p:cNvSpPr txBox="1"/>
          <p:nvPr>
            <p:ph idx="2" type="body"/>
          </p:nvPr>
        </p:nvSpPr>
        <p:spPr>
          <a:xfrm>
            <a:off x="609585" y="2203010"/>
            <a:ext cx="5486663" cy="2630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255" name="Google Shape;255;p32"/>
          <p:cNvSpPr txBox="1"/>
          <p:nvPr>
            <p:ph idx="12" type="sldNum"/>
          </p:nvPr>
        </p:nvSpPr>
        <p:spPr>
          <a:xfrm>
            <a:off x="11767890" y="6471821"/>
            <a:ext cx="169196" cy="163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ference A">
  <p:cSld name="Conference A">
    <p:bg>
      <p:bgPr>
        <a:solidFill>
          <a:srgbClr val="493691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3"/>
          <p:cNvSpPr/>
          <p:nvPr/>
        </p:nvSpPr>
        <p:spPr>
          <a:xfrm>
            <a:off x="218061" y="205262"/>
            <a:ext cx="11737706" cy="6426639"/>
          </a:xfrm>
          <a:prstGeom prst="roundRect">
            <a:avLst>
              <a:gd fmla="val 1636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699" lIns="45699" spcFirstLastPara="1" rIns="45699" wrap="square" tIns="45699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67"/>
              <a:buFont typeface="Montserrat"/>
              <a:buNone/>
            </a:pPr>
            <a:r>
              <a:t/>
            </a:r>
            <a:endParaRPr b="0" i="0" sz="1867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33"/>
          <p:cNvSpPr txBox="1"/>
          <p:nvPr>
            <p:ph type="title"/>
          </p:nvPr>
        </p:nvSpPr>
        <p:spPr>
          <a:xfrm>
            <a:off x="609585" y="544514"/>
            <a:ext cx="10855328" cy="6923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4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259" name="Google Shape;259;p33"/>
          <p:cNvSpPr/>
          <p:nvPr/>
        </p:nvSpPr>
        <p:spPr>
          <a:xfrm>
            <a:off x="10110579" y="6325274"/>
            <a:ext cx="2081148" cy="532787"/>
          </a:xfrm>
          <a:prstGeom prst="roundRect">
            <a:avLst>
              <a:gd fmla="val 16667" name="adj"/>
            </a:avLst>
          </a:prstGeom>
          <a:solidFill>
            <a:srgbClr val="493691"/>
          </a:solidFill>
          <a:ln>
            <a:noFill/>
          </a:ln>
        </p:spPr>
        <p:txBody>
          <a:bodyPr anchorCtr="0" anchor="ctr" bIns="45699" lIns="45699" spcFirstLastPara="1" rIns="45699" wrap="square" tIns="45699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67"/>
              <a:buFont typeface="Montserrat"/>
              <a:buNone/>
            </a:pPr>
            <a:r>
              <a:t/>
            </a:r>
            <a:endParaRPr b="0" i="0" sz="1867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33"/>
          <p:cNvSpPr txBox="1"/>
          <p:nvPr>
            <p:ph idx="1" type="body"/>
          </p:nvPr>
        </p:nvSpPr>
        <p:spPr>
          <a:xfrm>
            <a:off x="609585" y="1237036"/>
            <a:ext cx="5110272" cy="2559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067"/>
              <a:buFont typeface="Host Grotesk SemiBold"/>
              <a:buNone/>
              <a:defRPr sz="1067"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067"/>
              <a:buFont typeface="Host Grotesk SemiBold"/>
              <a:buNone/>
              <a:defRPr sz="1067"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067"/>
              <a:buFont typeface="Host Grotesk SemiBold"/>
              <a:buNone/>
              <a:defRPr sz="1067"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067"/>
              <a:buFont typeface="Host Grotesk SemiBold"/>
              <a:buNone/>
              <a:defRPr sz="1067"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067"/>
              <a:buFont typeface="Host Grotesk SemiBold"/>
              <a:buNone/>
              <a:defRPr sz="1067"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pic>
        <p:nvPicPr>
          <p:cNvPr descr="Logo-white.pngGoogle Shape;197;p17" id="261" name="Google Shape;261;p33"/>
          <p:cNvPicPr preferRelativeResize="0"/>
          <p:nvPr/>
        </p:nvPicPr>
        <p:blipFill rotWithShape="1">
          <a:blip r:embed="rId2">
            <a:alphaModFix/>
          </a:blip>
          <a:srcRect b="0" l="17012" r="0" t="0"/>
          <a:stretch/>
        </p:blipFill>
        <p:spPr>
          <a:xfrm>
            <a:off x="10348828" y="6426455"/>
            <a:ext cx="1136569" cy="255983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33"/>
          <p:cNvSpPr txBox="1"/>
          <p:nvPr>
            <p:ph idx="2" type="body"/>
          </p:nvPr>
        </p:nvSpPr>
        <p:spPr>
          <a:xfrm>
            <a:off x="609585" y="2203012"/>
            <a:ext cx="5486663" cy="2630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263" name="Google Shape;263;p33"/>
          <p:cNvSpPr txBox="1"/>
          <p:nvPr>
            <p:ph idx="12" type="sldNum"/>
          </p:nvPr>
        </p:nvSpPr>
        <p:spPr>
          <a:xfrm>
            <a:off x="11767890" y="6471821"/>
            <a:ext cx="169196" cy="1435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797" lvl="0" marL="5079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933"/>
              <a:buFont typeface="Montserrat"/>
              <a:buNone/>
              <a:defRPr b="1" sz="933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797" lvl="1" marL="5079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933"/>
              <a:buFont typeface="Montserrat"/>
              <a:buNone/>
              <a:defRPr b="1" sz="933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797" lvl="2" marL="5079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933"/>
              <a:buFont typeface="Montserrat"/>
              <a:buNone/>
              <a:defRPr b="1" sz="933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797" lvl="3" marL="5079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933"/>
              <a:buFont typeface="Montserrat"/>
              <a:buNone/>
              <a:defRPr b="1" sz="933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797" lvl="4" marL="5079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933"/>
              <a:buFont typeface="Montserrat"/>
              <a:buNone/>
              <a:defRPr b="1" sz="933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797" lvl="5" marL="5079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933"/>
              <a:buFont typeface="Montserrat"/>
              <a:buNone/>
              <a:defRPr b="1" sz="933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797" lvl="6" marL="5079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933"/>
              <a:buFont typeface="Montserrat"/>
              <a:buNone/>
              <a:defRPr b="1" sz="933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797" lvl="7" marL="5079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933"/>
              <a:buFont typeface="Montserrat"/>
              <a:buNone/>
              <a:defRPr b="1" sz="933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797" lvl="8" marL="5079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933"/>
              <a:buFont typeface="Montserrat"/>
              <a:buNone/>
              <a:defRPr b="1" sz="933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797" lvl="0" marL="50797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rgbClr val="FFFFFF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4"/>
          <p:cNvSpPr txBox="1"/>
          <p:nvPr>
            <p:ph idx="12" type="sldNum"/>
          </p:nvPr>
        </p:nvSpPr>
        <p:spPr>
          <a:xfrm>
            <a:off x="11673899" y="6332976"/>
            <a:ext cx="466388" cy="471988"/>
          </a:xfrm>
          <a:prstGeom prst="rect">
            <a:avLst/>
          </a:prstGeom>
          <a:noFill/>
          <a:ln>
            <a:noFill/>
          </a:ln>
        </p:spPr>
        <p:txBody>
          <a:bodyPr anchorCtr="0" anchor="t" bIns="111731" lIns="111731" spcFirstLastPara="1" rIns="111731" wrap="square" tIns="111731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0" i="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1_1_1_1">
  <p:cSld name="CUSTOM_21_1_1_1">
    <p:bg>
      <p:bgPr>
        <a:solidFill>
          <a:schemeClr val="accent2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>
            <p:ph type="title"/>
          </p:nvPr>
        </p:nvSpPr>
        <p:spPr>
          <a:xfrm>
            <a:off x="369989" y="554985"/>
            <a:ext cx="11451714" cy="11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4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93" name="Google Shape;93;p17"/>
          <p:cNvSpPr txBox="1"/>
          <p:nvPr>
            <p:ph idx="1" type="body"/>
          </p:nvPr>
        </p:nvSpPr>
        <p:spPr>
          <a:xfrm>
            <a:off x="369989" y="371791"/>
            <a:ext cx="5110272" cy="183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200"/>
              <a:buFont typeface="Montserrat"/>
              <a:buNone/>
              <a:defRPr b="1" sz="3200">
                <a:solidFill>
                  <a:srgbClr val="49369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200"/>
              <a:buFont typeface="Montserrat"/>
              <a:buNone/>
              <a:defRPr b="1" sz="3200">
                <a:solidFill>
                  <a:srgbClr val="49369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200"/>
              <a:buFont typeface="Montserrat"/>
              <a:buNone/>
              <a:defRPr b="1" sz="3200">
                <a:solidFill>
                  <a:srgbClr val="49369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200"/>
              <a:buFont typeface="Montserrat"/>
              <a:buNone/>
              <a:defRPr b="1" sz="3200">
                <a:solidFill>
                  <a:srgbClr val="49369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200"/>
              <a:buFont typeface="Montserrat"/>
              <a:buNone/>
              <a:defRPr b="1" sz="3200">
                <a:solidFill>
                  <a:srgbClr val="49369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94" name="Google Shape;94;p17"/>
          <p:cNvSpPr txBox="1"/>
          <p:nvPr>
            <p:ph idx="12" type="sldNum"/>
          </p:nvPr>
        </p:nvSpPr>
        <p:spPr>
          <a:xfrm>
            <a:off x="11652438" y="6343529"/>
            <a:ext cx="169196" cy="163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_1_1">
  <p:cSld name="BLANK_1_1_1">
    <p:bg>
      <p:bgPr>
        <a:solidFill>
          <a:srgbClr val="49369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/>
          <p:nvPr/>
        </p:nvSpPr>
        <p:spPr>
          <a:xfrm>
            <a:off x="375889" y="368323"/>
            <a:ext cx="11451714" cy="6131847"/>
          </a:xfrm>
          <a:prstGeom prst="roundRect">
            <a:avLst>
              <a:gd fmla="val 2502" name="adj"/>
            </a:avLst>
          </a:prstGeom>
          <a:gradFill>
            <a:gsLst>
              <a:gs pos="0">
                <a:srgbClr val="241465"/>
              </a:gs>
              <a:gs pos="100000">
                <a:srgbClr val="493691"/>
              </a:gs>
            </a:gsLst>
            <a:lin ang="16200038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Montserrat"/>
              <a:buNone/>
            </a:pPr>
            <a:r>
              <a:t/>
            </a:r>
            <a:endParaRPr b="0" i="0" sz="1867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8"/>
          <p:cNvSpPr txBox="1"/>
          <p:nvPr>
            <p:ph type="title"/>
          </p:nvPr>
        </p:nvSpPr>
        <p:spPr>
          <a:xfrm>
            <a:off x="3464545" y="4657317"/>
            <a:ext cx="7980200" cy="13263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333"/>
              <a:buFont typeface="Montserrat SemiBold"/>
              <a:buNone/>
              <a:defRPr sz="5333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98" name="Google Shape;98;p18"/>
          <p:cNvSpPr txBox="1"/>
          <p:nvPr>
            <p:ph idx="12" type="sldNum"/>
          </p:nvPr>
        </p:nvSpPr>
        <p:spPr>
          <a:xfrm>
            <a:off x="5892653" y="6169928"/>
            <a:ext cx="2844729" cy="369191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60932" spcFirstLastPara="1" rIns="60932" wrap="square" tIns="60932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4">
  <p:cSld name="CUSTOM_24">
    <p:bg>
      <p:bgPr>
        <a:solidFill>
          <a:schemeClr val="accent2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557234" y="3550890"/>
            <a:ext cx="1783155" cy="52118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467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467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467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467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467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101" name="Google Shape;101;p19"/>
          <p:cNvSpPr txBox="1"/>
          <p:nvPr>
            <p:ph idx="2" type="body"/>
          </p:nvPr>
        </p:nvSpPr>
        <p:spPr>
          <a:xfrm>
            <a:off x="557067" y="4250340"/>
            <a:ext cx="1783155" cy="15691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102" name="Google Shape;102;p19"/>
          <p:cNvSpPr txBox="1"/>
          <p:nvPr>
            <p:ph idx="3" type="body"/>
          </p:nvPr>
        </p:nvSpPr>
        <p:spPr>
          <a:xfrm>
            <a:off x="2889694" y="4250340"/>
            <a:ext cx="1783155" cy="1569161"/>
          </a:xfrm>
          <a:prstGeom prst="rect">
            <a:avLst/>
          </a:prstGeom>
          <a:noFill/>
          <a:ln>
            <a:noFill/>
          </a:ln>
        </p:spPr>
        <p:txBody>
          <a:bodyPr anchorCtr="0" anchor="t" bIns="121864" lIns="121864" spcFirstLastPara="1" rIns="121864" wrap="square" tIns="121864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103" name="Google Shape;103;p19"/>
          <p:cNvSpPr txBox="1"/>
          <p:nvPr>
            <p:ph idx="4" type="body"/>
          </p:nvPr>
        </p:nvSpPr>
        <p:spPr>
          <a:xfrm>
            <a:off x="5204270" y="4250340"/>
            <a:ext cx="1783155" cy="1569161"/>
          </a:xfrm>
          <a:prstGeom prst="rect">
            <a:avLst/>
          </a:prstGeom>
          <a:noFill/>
          <a:ln>
            <a:noFill/>
          </a:ln>
        </p:spPr>
        <p:txBody>
          <a:bodyPr anchorCtr="0" anchor="t" bIns="121864" lIns="121864" spcFirstLastPara="1" rIns="121864" wrap="square" tIns="121864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104" name="Google Shape;104;p19"/>
          <p:cNvSpPr txBox="1"/>
          <p:nvPr>
            <p:ph idx="5" type="body"/>
          </p:nvPr>
        </p:nvSpPr>
        <p:spPr>
          <a:xfrm>
            <a:off x="7531310" y="4250340"/>
            <a:ext cx="1783155" cy="1569161"/>
          </a:xfrm>
          <a:prstGeom prst="rect">
            <a:avLst/>
          </a:prstGeom>
          <a:noFill/>
          <a:ln>
            <a:noFill/>
          </a:ln>
        </p:spPr>
        <p:txBody>
          <a:bodyPr anchorCtr="0" anchor="t" bIns="121864" lIns="121864" spcFirstLastPara="1" rIns="121864" wrap="square" tIns="121864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105" name="Google Shape;105;p19"/>
          <p:cNvSpPr txBox="1"/>
          <p:nvPr>
            <p:ph idx="6" type="body"/>
          </p:nvPr>
        </p:nvSpPr>
        <p:spPr>
          <a:xfrm>
            <a:off x="9846808" y="4250340"/>
            <a:ext cx="1783155" cy="1569161"/>
          </a:xfrm>
          <a:prstGeom prst="rect">
            <a:avLst/>
          </a:prstGeom>
          <a:noFill/>
          <a:ln>
            <a:noFill/>
          </a:ln>
        </p:spPr>
        <p:txBody>
          <a:bodyPr anchorCtr="0" anchor="t" bIns="121864" lIns="121864" spcFirstLastPara="1" rIns="121864" wrap="square" tIns="121864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106" name="Google Shape;106;p19"/>
          <p:cNvSpPr txBox="1"/>
          <p:nvPr>
            <p:ph type="title"/>
          </p:nvPr>
        </p:nvSpPr>
        <p:spPr>
          <a:xfrm>
            <a:off x="369989" y="554985"/>
            <a:ext cx="11451714" cy="11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4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pic>
        <p:nvPicPr>
          <p:cNvPr descr="Logo2.pngGoogle Shape;37;p4" id="107" name="Google Shape;107;p19"/>
          <p:cNvPicPr preferRelativeResize="0"/>
          <p:nvPr/>
        </p:nvPicPr>
        <p:blipFill rotWithShape="1">
          <a:blip r:embed="rId2">
            <a:alphaModFix/>
          </a:blip>
          <a:srcRect b="0" l="24471" r="0" t="0"/>
          <a:stretch/>
        </p:blipFill>
        <p:spPr>
          <a:xfrm>
            <a:off x="10648199" y="273526"/>
            <a:ext cx="1184038" cy="3371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9"/>
          <p:cNvSpPr txBox="1"/>
          <p:nvPr>
            <p:ph idx="12" type="sldNum"/>
          </p:nvPr>
        </p:nvSpPr>
        <p:spPr>
          <a:xfrm>
            <a:off x="11652438" y="6343529"/>
            <a:ext cx="169196" cy="163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5">
  <p:cSld name="CUSTOM_25">
    <p:bg>
      <p:bgPr>
        <a:solidFill>
          <a:srgbClr val="49369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379790" y="1883053"/>
            <a:ext cx="5225469" cy="3010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667"/>
              <a:buFont typeface="Montserrat SemiBold"/>
              <a:buNone/>
              <a:defRPr sz="4667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111" name="Google Shape;111;p20"/>
          <p:cNvSpPr/>
          <p:nvPr/>
        </p:nvSpPr>
        <p:spPr>
          <a:xfrm>
            <a:off x="6108981" y="0"/>
            <a:ext cx="6082648" cy="6857828"/>
          </a:xfrm>
          <a:prstGeom prst="rect">
            <a:avLst/>
          </a:prstGeom>
          <a:gradFill>
            <a:gsLst>
              <a:gs pos="0">
                <a:srgbClr val="241465"/>
              </a:gs>
              <a:gs pos="100000">
                <a:srgbClr val="493691"/>
              </a:gs>
            </a:gsLst>
            <a:lin ang="16198662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67"/>
              <a:buFont typeface="Montserrat"/>
              <a:buNone/>
            </a:pPr>
            <a:r>
              <a:t/>
            </a:r>
            <a:endParaRPr b="0" i="0" sz="1867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0"/>
          <p:cNvSpPr txBox="1"/>
          <p:nvPr>
            <p:ph idx="1" type="body"/>
          </p:nvPr>
        </p:nvSpPr>
        <p:spPr>
          <a:xfrm>
            <a:off x="369989" y="371791"/>
            <a:ext cx="5110272" cy="183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200"/>
              <a:buFont typeface="Montserrat"/>
              <a:buNone/>
              <a:defRPr b="1" sz="3200">
                <a:solidFill>
                  <a:srgbClr val="49369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200"/>
              <a:buFont typeface="Montserrat"/>
              <a:buNone/>
              <a:defRPr b="1" sz="3200">
                <a:solidFill>
                  <a:srgbClr val="49369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200"/>
              <a:buFont typeface="Montserrat"/>
              <a:buNone/>
              <a:defRPr b="1" sz="3200">
                <a:solidFill>
                  <a:srgbClr val="49369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200"/>
              <a:buFont typeface="Montserrat"/>
              <a:buNone/>
              <a:defRPr b="1" sz="3200">
                <a:solidFill>
                  <a:srgbClr val="49369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200"/>
              <a:buFont typeface="Montserrat"/>
              <a:buNone/>
              <a:defRPr b="1" sz="3200">
                <a:solidFill>
                  <a:srgbClr val="49369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cxnSp>
        <p:nvCxnSpPr>
          <p:cNvPr id="113" name="Google Shape;113;p20"/>
          <p:cNvCxnSpPr/>
          <p:nvPr/>
        </p:nvCxnSpPr>
        <p:spPr>
          <a:xfrm rot="10800000">
            <a:off x="6113895" y="1770224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" name="Google Shape;114;p20"/>
          <p:cNvCxnSpPr/>
          <p:nvPr/>
        </p:nvCxnSpPr>
        <p:spPr>
          <a:xfrm rot="10800000">
            <a:off x="6113895" y="2419558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" name="Google Shape;115;p20"/>
          <p:cNvCxnSpPr/>
          <p:nvPr/>
        </p:nvCxnSpPr>
        <p:spPr>
          <a:xfrm rot="10800000">
            <a:off x="6113895" y="3068962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" name="Google Shape;116;p20"/>
          <p:cNvCxnSpPr/>
          <p:nvPr/>
        </p:nvCxnSpPr>
        <p:spPr>
          <a:xfrm rot="10800000">
            <a:off x="6113895" y="3718362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" name="Google Shape;117;p20"/>
          <p:cNvCxnSpPr/>
          <p:nvPr/>
        </p:nvCxnSpPr>
        <p:spPr>
          <a:xfrm rot="10800000">
            <a:off x="6113895" y="4367767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" name="Google Shape;118;p20"/>
          <p:cNvCxnSpPr/>
          <p:nvPr/>
        </p:nvCxnSpPr>
        <p:spPr>
          <a:xfrm rot="10800000">
            <a:off x="6113895" y="5017098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9" name="Google Shape;119;p20"/>
          <p:cNvCxnSpPr/>
          <p:nvPr/>
        </p:nvCxnSpPr>
        <p:spPr>
          <a:xfrm rot="10800000">
            <a:off x="6113895" y="5666504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0" name="Google Shape;120;p20"/>
          <p:cNvCxnSpPr/>
          <p:nvPr/>
        </p:nvCxnSpPr>
        <p:spPr>
          <a:xfrm rot="10800000">
            <a:off x="6113895" y="6315803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1" name="Google Shape;121;p20"/>
          <p:cNvCxnSpPr/>
          <p:nvPr/>
        </p:nvCxnSpPr>
        <p:spPr>
          <a:xfrm rot="10800000">
            <a:off x="6113895" y="471416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" name="Google Shape;122;p20"/>
          <p:cNvCxnSpPr/>
          <p:nvPr/>
        </p:nvCxnSpPr>
        <p:spPr>
          <a:xfrm rot="10800000">
            <a:off x="6113895" y="1120820"/>
            <a:ext cx="6082648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3" name="Google Shape;123;p20"/>
          <p:cNvGrpSpPr/>
          <p:nvPr/>
        </p:nvGrpSpPr>
        <p:grpSpPr>
          <a:xfrm>
            <a:off x="6115352" y="-136"/>
            <a:ext cx="5783155" cy="6857828"/>
            <a:chOff x="1" y="0"/>
            <a:chExt cx="5783155" cy="6857828"/>
          </a:xfrm>
        </p:grpSpPr>
        <p:cxnSp>
          <p:nvCxnSpPr>
            <p:cNvPr id="124" name="Google Shape;124;p20"/>
            <p:cNvCxnSpPr/>
            <p:nvPr/>
          </p:nvCxnSpPr>
          <p:spPr>
            <a:xfrm>
              <a:off x="1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5" name="Google Shape;125;p20"/>
            <p:cNvCxnSpPr/>
            <p:nvPr/>
          </p:nvCxnSpPr>
          <p:spPr>
            <a:xfrm>
              <a:off x="642537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6" name="Google Shape;126;p20"/>
            <p:cNvCxnSpPr/>
            <p:nvPr/>
          </p:nvCxnSpPr>
          <p:spPr>
            <a:xfrm>
              <a:off x="1285075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7" name="Google Shape;127;p20"/>
            <p:cNvCxnSpPr/>
            <p:nvPr/>
          </p:nvCxnSpPr>
          <p:spPr>
            <a:xfrm>
              <a:off x="1927612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8" name="Google Shape;128;p20"/>
            <p:cNvCxnSpPr/>
            <p:nvPr/>
          </p:nvCxnSpPr>
          <p:spPr>
            <a:xfrm>
              <a:off x="2570148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9" name="Google Shape;129;p20"/>
            <p:cNvCxnSpPr/>
            <p:nvPr/>
          </p:nvCxnSpPr>
          <p:spPr>
            <a:xfrm>
              <a:off x="3212685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0" name="Google Shape;130;p20"/>
            <p:cNvCxnSpPr/>
            <p:nvPr/>
          </p:nvCxnSpPr>
          <p:spPr>
            <a:xfrm>
              <a:off x="3855329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1" name="Google Shape;131;p20"/>
            <p:cNvCxnSpPr/>
            <p:nvPr/>
          </p:nvCxnSpPr>
          <p:spPr>
            <a:xfrm>
              <a:off x="4497865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2" name="Google Shape;132;p20"/>
            <p:cNvCxnSpPr/>
            <p:nvPr/>
          </p:nvCxnSpPr>
          <p:spPr>
            <a:xfrm>
              <a:off x="5140523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3" name="Google Shape;133;p20"/>
            <p:cNvCxnSpPr/>
            <p:nvPr/>
          </p:nvCxnSpPr>
          <p:spPr>
            <a:xfrm>
              <a:off x="5783157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34" name="Google Shape;134;p20"/>
          <p:cNvSpPr txBox="1"/>
          <p:nvPr>
            <p:ph idx="12" type="sldNum"/>
          </p:nvPr>
        </p:nvSpPr>
        <p:spPr>
          <a:xfrm>
            <a:off x="5892653" y="6169928"/>
            <a:ext cx="2844729" cy="369191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60932" spcFirstLastPara="1" rIns="60932" wrap="square" tIns="60932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_3" type="title">
  <p:cSld name="TITLE">
    <p:bg>
      <p:bgPr>
        <a:solidFill>
          <a:srgbClr val="49369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/>
          <p:nvPr/>
        </p:nvSpPr>
        <p:spPr>
          <a:xfrm rot="10800000">
            <a:off x="375891" y="368324"/>
            <a:ext cx="11451714" cy="6131847"/>
          </a:xfrm>
          <a:prstGeom prst="roundRect">
            <a:avLst>
              <a:gd fmla="val 2502" name="adj"/>
            </a:avLst>
          </a:prstGeom>
          <a:gradFill>
            <a:gsLst>
              <a:gs pos="0">
                <a:srgbClr val="241465"/>
              </a:gs>
              <a:gs pos="100000">
                <a:srgbClr val="493691"/>
              </a:gs>
            </a:gsLst>
            <a:lin ang="16200038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Montserrat"/>
              <a:buNone/>
            </a:pPr>
            <a:r>
              <a:t/>
            </a:r>
            <a:endParaRPr b="0" i="0" sz="1867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1"/>
          <p:cNvSpPr txBox="1"/>
          <p:nvPr>
            <p:ph idx="1" type="body"/>
          </p:nvPr>
        </p:nvSpPr>
        <p:spPr>
          <a:xfrm>
            <a:off x="1094643" y="5230676"/>
            <a:ext cx="7812205" cy="603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286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286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286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2286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cxnSp>
        <p:nvCxnSpPr>
          <p:cNvPr id="138" name="Google Shape;138;p21"/>
          <p:cNvCxnSpPr/>
          <p:nvPr/>
        </p:nvCxnSpPr>
        <p:spPr>
          <a:xfrm>
            <a:off x="734482" y="1056740"/>
            <a:ext cx="10736931" cy="0"/>
          </a:xfrm>
          <a:prstGeom prst="straightConnector1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9" name="Google Shape;139;p21"/>
          <p:cNvCxnSpPr/>
          <p:nvPr/>
        </p:nvCxnSpPr>
        <p:spPr>
          <a:xfrm>
            <a:off x="734482" y="6028883"/>
            <a:ext cx="10726532" cy="0"/>
          </a:xfrm>
          <a:prstGeom prst="straightConnector1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0" name="Google Shape;140;p21"/>
          <p:cNvSpPr txBox="1"/>
          <p:nvPr>
            <p:ph type="title"/>
          </p:nvPr>
        </p:nvSpPr>
        <p:spPr>
          <a:xfrm>
            <a:off x="1060672" y="2992532"/>
            <a:ext cx="8162196" cy="188075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666"/>
              <a:buFont typeface="Montserrat SemiBold"/>
              <a:buNone/>
              <a:defRPr sz="6666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pic>
        <p:nvPicPr>
          <p:cNvPr descr="Logo-white.pngGoogle Shape;16;p2" id="141" name="Google Shape;141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4480" y="622178"/>
            <a:ext cx="1482766" cy="277161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1"/>
          <p:cNvSpPr txBox="1"/>
          <p:nvPr>
            <p:ph idx="12" type="sldNum"/>
          </p:nvPr>
        </p:nvSpPr>
        <p:spPr>
          <a:xfrm>
            <a:off x="5892653" y="6169928"/>
            <a:ext cx="2844729" cy="369191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60932" spcFirstLastPara="1" rIns="60932" wrap="square" tIns="60932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1_1_1">
  <p:cSld name="CUSTOM_21_1_1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/>
          <p:nvPr>
            <p:ph type="title"/>
          </p:nvPr>
        </p:nvSpPr>
        <p:spPr>
          <a:xfrm>
            <a:off x="369989" y="554985"/>
            <a:ext cx="11451714" cy="11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145" name="Google Shape;145;p22"/>
          <p:cNvSpPr txBox="1"/>
          <p:nvPr>
            <p:ph idx="1" type="body"/>
          </p:nvPr>
        </p:nvSpPr>
        <p:spPr>
          <a:xfrm>
            <a:off x="369989" y="371791"/>
            <a:ext cx="5110272" cy="183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pic>
        <p:nvPicPr>
          <p:cNvPr descr="Logo-white.pngGoogle Shape;42;p5" id="146" name="Google Shape;146;p22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10665200" y="303528"/>
            <a:ext cx="1156572" cy="277161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2"/>
          <p:cNvSpPr txBox="1"/>
          <p:nvPr>
            <p:ph idx="12" type="sldNum"/>
          </p:nvPr>
        </p:nvSpPr>
        <p:spPr>
          <a:xfrm>
            <a:off x="11652438" y="6343529"/>
            <a:ext cx="169196" cy="163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_1_1_1_1_1">
  <p:cSld name="BLANK_1_1_1_1_1_1">
    <p:bg>
      <p:bgPr>
        <a:solidFill>
          <a:srgbClr val="493691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9" name="Google Shape;149;p23"/>
          <p:cNvCxnSpPr/>
          <p:nvPr/>
        </p:nvCxnSpPr>
        <p:spPr>
          <a:xfrm rot="10800000">
            <a:off x="-25233" y="471427"/>
            <a:ext cx="1220849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0" name="Google Shape;150;p23"/>
          <p:cNvCxnSpPr/>
          <p:nvPr/>
        </p:nvCxnSpPr>
        <p:spPr>
          <a:xfrm rot="10800000">
            <a:off x="-25233" y="1120829"/>
            <a:ext cx="1220849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1" name="Google Shape;151;p23"/>
          <p:cNvCxnSpPr/>
          <p:nvPr/>
        </p:nvCxnSpPr>
        <p:spPr>
          <a:xfrm rot="10800000">
            <a:off x="-25233" y="1770230"/>
            <a:ext cx="1220849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2" name="Google Shape;152;p23"/>
          <p:cNvCxnSpPr/>
          <p:nvPr/>
        </p:nvCxnSpPr>
        <p:spPr>
          <a:xfrm rot="10800000">
            <a:off x="-25233" y="2419562"/>
            <a:ext cx="1220849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3" name="Google Shape;153;p23"/>
          <p:cNvCxnSpPr/>
          <p:nvPr/>
        </p:nvCxnSpPr>
        <p:spPr>
          <a:xfrm rot="10800000">
            <a:off x="-25233" y="3068965"/>
            <a:ext cx="1220849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54" name="Google Shape;154;p23"/>
          <p:cNvGrpSpPr/>
          <p:nvPr/>
        </p:nvGrpSpPr>
        <p:grpSpPr>
          <a:xfrm>
            <a:off x="-4699" y="-136"/>
            <a:ext cx="12208632" cy="6857828"/>
            <a:chOff x="1" y="0"/>
            <a:chExt cx="12208632" cy="6857828"/>
          </a:xfrm>
        </p:grpSpPr>
        <p:cxnSp>
          <p:nvCxnSpPr>
            <p:cNvPr id="155" name="Google Shape;155;p23"/>
            <p:cNvCxnSpPr/>
            <p:nvPr/>
          </p:nvCxnSpPr>
          <p:spPr>
            <a:xfrm>
              <a:off x="642537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6" name="Google Shape;156;p23"/>
            <p:cNvCxnSpPr/>
            <p:nvPr/>
          </p:nvCxnSpPr>
          <p:spPr>
            <a:xfrm>
              <a:off x="1285075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7" name="Google Shape;157;p23"/>
            <p:cNvCxnSpPr/>
            <p:nvPr/>
          </p:nvCxnSpPr>
          <p:spPr>
            <a:xfrm>
              <a:off x="1927612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8" name="Google Shape;158;p23"/>
            <p:cNvCxnSpPr/>
            <p:nvPr/>
          </p:nvCxnSpPr>
          <p:spPr>
            <a:xfrm>
              <a:off x="2570148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9" name="Google Shape;159;p23"/>
            <p:cNvCxnSpPr/>
            <p:nvPr/>
          </p:nvCxnSpPr>
          <p:spPr>
            <a:xfrm>
              <a:off x="3212686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0" name="Google Shape;160;p23"/>
            <p:cNvCxnSpPr/>
            <p:nvPr/>
          </p:nvCxnSpPr>
          <p:spPr>
            <a:xfrm>
              <a:off x="3855222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1" name="Google Shape;161;p23"/>
            <p:cNvCxnSpPr/>
            <p:nvPr/>
          </p:nvCxnSpPr>
          <p:spPr>
            <a:xfrm>
              <a:off x="1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2" name="Google Shape;162;p23"/>
            <p:cNvCxnSpPr/>
            <p:nvPr/>
          </p:nvCxnSpPr>
          <p:spPr>
            <a:xfrm>
              <a:off x="4497759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3" name="Google Shape;163;p23"/>
            <p:cNvCxnSpPr/>
            <p:nvPr/>
          </p:nvCxnSpPr>
          <p:spPr>
            <a:xfrm>
              <a:off x="5140297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4" name="Google Shape;164;p23"/>
            <p:cNvCxnSpPr/>
            <p:nvPr/>
          </p:nvCxnSpPr>
          <p:spPr>
            <a:xfrm>
              <a:off x="5782833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5" name="Google Shape;165;p23"/>
            <p:cNvCxnSpPr/>
            <p:nvPr/>
          </p:nvCxnSpPr>
          <p:spPr>
            <a:xfrm>
              <a:off x="6425370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6" name="Google Shape;166;p23"/>
            <p:cNvCxnSpPr/>
            <p:nvPr/>
          </p:nvCxnSpPr>
          <p:spPr>
            <a:xfrm>
              <a:off x="7067907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7" name="Google Shape;167;p23"/>
            <p:cNvCxnSpPr/>
            <p:nvPr/>
          </p:nvCxnSpPr>
          <p:spPr>
            <a:xfrm>
              <a:off x="7710444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8" name="Google Shape;168;p23"/>
            <p:cNvCxnSpPr/>
            <p:nvPr/>
          </p:nvCxnSpPr>
          <p:spPr>
            <a:xfrm>
              <a:off x="8352980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9" name="Google Shape;169;p23"/>
            <p:cNvCxnSpPr/>
            <p:nvPr/>
          </p:nvCxnSpPr>
          <p:spPr>
            <a:xfrm>
              <a:off x="8995518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0" name="Google Shape;170;p23"/>
            <p:cNvCxnSpPr/>
            <p:nvPr/>
          </p:nvCxnSpPr>
          <p:spPr>
            <a:xfrm>
              <a:off x="9638162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1" name="Google Shape;171;p23"/>
            <p:cNvCxnSpPr/>
            <p:nvPr/>
          </p:nvCxnSpPr>
          <p:spPr>
            <a:xfrm>
              <a:off x="10280699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2" name="Google Shape;172;p23"/>
            <p:cNvCxnSpPr/>
            <p:nvPr/>
          </p:nvCxnSpPr>
          <p:spPr>
            <a:xfrm>
              <a:off x="10923356" y="0"/>
              <a:ext cx="0" cy="6857828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73" name="Google Shape;173;p23"/>
            <p:cNvGrpSpPr/>
            <p:nvPr/>
          </p:nvGrpSpPr>
          <p:grpSpPr>
            <a:xfrm>
              <a:off x="11565989" y="0"/>
              <a:ext cx="642644" cy="6857828"/>
              <a:chOff x="1" y="0"/>
              <a:chExt cx="642644" cy="6857828"/>
            </a:xfrm>
          </p:grpSpPr>
          <p:cxnSp>
            <p:nvCxnSpPr>
              <p:cNvPr id="174" name="Google Shape;174;p23"/>
              <p:cNvCxnSpPr/>
              <p:nvPr/>
            </p:nvCxnSpPr>
            <p:spPr>
              <a:xfrm>
                <a:off x="1" y="0"/>
                <a:ext cx="0" cy="6857828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75" name="Google Shape;175;p23"/>
              <p:cNvCxnSpPr/>
              <p:nvPr/>
            </p:nvCxnSpPr>
            <p:spPr>
              <a:xfrm>
                <a:off x="642645" y="0"/>
                <a:ext cx="0" cy="6857828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cxnSp>
        <p:nvCxnSpPr>
          <p:cNvPr id="176" name="Google Shape;176;p23"/>
          <p:cNvCxnSpPr/>
          <p:nvPr/>
        </p:nvCxnSpPr>
        <p:spPr>
          <a:xfrm rot="10800000">
            <a:off x="-25233" y="3718362"/>
            <a:ext cx="1220849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7" name="Google Shape;177;p23"/>
          <p:cNvCxnSpPr/>
          <p:nvPr/>
        </p:nvCxnSpPr>
        <p:spPr>
          <a:xfrm rot="10800000">
            <a:off x="-25233" y="4367765"/>
            <a:ext cx="1220849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8" name="Google Shape;178;p23"/>
          <p:cNvCxnSpPr/>
          <p:nvPr/>
        </p:nvCxnSpPr>
        <p:spPr>
          <a:xfrm rot="10800000">
            <a:off x="-25233" y="5017094"/>
            <a:ext cx="1220849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9" name="Google Shape;179;p23"/>
          <p:cNvCxnSpPr/>
          <p:nvPr/>
        </p:nvCxnSpPr>
        <p:spPr>
          <a:xfrm rot="10800000">
            <a:off x="-25233" y="5666497"/>
            <a:ext cx="1220849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0" name="Google Shape;180;p23"/>
          <p:cNvCxnSpPr/>
          <p:nvPr/>
        </p:nvCxnSpPr>
        <p:spPr>
          <a:xfrm rot="10800000">
            <a:off x="-25233" y="6315794"/>
            <a:ext cx="12208495" cy="0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" name="Google Shape;181;p23"/>
          <p:cNvSpPr txBox="1"/>
          <p:nvPr>
            <p:ph type="title"/>
          </p:nvPr>
        </p:nvSpPr>
        <p:spPr>
          <a:xfrm>
            <a:off x="1916919" y="1768556"/>
            <a:ext cx="8344991" cy="2597535"/>
          </a:xfrm>
          <a:prstGeom prst="rect">
            <a:avLst/>
          </a:prstGeom>
          <a:solidFill>
            <a:srgbClr val="493691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64" lIns="121864" spcFirstLastPara="1" rIns="121864" wrap="square" tIns="121864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667"/>
              <a:buFont typeface="Montserrat SemiBold"/>
              <a:buNone/>
              <a:defRPr sz="4667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182" name="Google Shape;182;p23"/>
          <p:cNvSpPr txBox="1"/>
          <p:nvPr>
            <p:ph idx="12" type="sldNum"/>
          </p:nvPr>
        </p:nvSpPr>
        <p:spPr>
          <a:xfrm>
            <a:off x="11652438" y="6343529"/>
            <a:ext cx="169196" cy="163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_1_1_1_1_1_1_1_1_1_1">
  <p:cSld name="BLANK_1_1_1_1_1_1_1_1_1_1_1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4"/>
          <p:cNvSpPr txBox="1"/>
          <p:nvPr>
            <p:ph idx="1" type="body"/>
          </p:nvPr>
        </p:nvSpPr>
        <p:spPr>
          <a:xfrm>
            <a:off x="6052947" y="2307264"/>
            <a:ext cx="5767456" cy="60358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67"/>
              <a:buFont typeface="Montserrat"/>
              <a:buNone/>
              <a:defRPr sz="2667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67"/>
              <a:buFont typeface="Montserrat"/>
              <a:buNone/>
              <a:defRPr sz="2667">
                <a:solidFill>
                  <a:schemeClr val="accen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67"/>
              <a:buFont typeface="Montserrat"/>
              <a:buNone/>
              <a:defRPr sz="2667">
                <a:solidFill>
                  <a:schemeClr val="accen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67"/>
              <a:buFont typeface="Montserrat"/>
              <a:buNone/>
              <a:defRPr sz="2667">
                <a:solidFill>
                  <a:schemeClr val="accen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67"/>
              <a:buFont typeface="Montserrat"/>
              <a:buNone/>
              <a:defRPr sz="2667">
                <a:solidFill>
                  <a:schemeClr val="accent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185" name="Google Shape;185;p24"/>
          <p:cNvSpPr txBox="1"/>
          <p:nvPr>
            <p:ph type="title"/>
          </p:nvPr>
        </p:nvSpPr>
        <p:spPr>
          <a:xfrm>
            <a:off x="369989" y="1412865"/>
            <a:ext cx="5725857" cy="37379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666"/>
              <a:buFont typeface="Montserrat SemiBold"/>
              <a:buNone/>
              <a:defRPr sz="6666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pic>
        <p:nvPicPr>
          <p:cNvPr descr="Logo-white.pngGoogle Shape;115;p9" id="186" name="Google Shape;186;p24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10665200" y="303528"/>
            <a:ext cx="1156572" cy="277161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4"/>
          <p:cNvSpPr txBox="1"/>
          <p:nvPr>
            <p:ph idx="12" type="sldNum"/>
          </p:nvPr>
        </p:nvSpPr>
        <p:spPr>
          <a:xfrm>
            <a:off x="11652438" y="6343529"/>
            <a:ext cx="169196" cy="163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3.xml"/><Relationship Id="rId3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19.xml"/><Relationship Id="rId17" Type="http://schemas.openxmlformats.org/officeDocument/2006/relationships/slideLayout" Target="../slideLayouts/slideLayout20.xml"/><Relationship Id="rId18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22.xml"/><Relationship Id="rId20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726948" y="369989"/>
            <a:ext cx="10737731" cy="795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Montserrat SemiBold"/>
              <a:buNone/>
              <a:defRPr b="0" i="0" sz="4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Montserrat SemiBold"/>
              <a:buNone/>
              <a:defRPr b="0" i="0" sz="4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Montserrat SemiBold"/>
              <a:buNone/>
              <a:defRPr b="0" i="0" sz="4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Montserrat SemiBold"/>
              <a:buNone/>
              <a:defRPr b="0" i="0" sz="4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Montserrat SemiBold"/>
              <a:buNone/>
              <a:defRPr b="0" i="0" sz="4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Montserrat SemiBold"/>
              <a:buNone/>
              <a:defRPr b="0" i="0" sz="4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Montserrat SemiBold"/>
              <a:buNone/>
              <a:defRPr b="0" i="0" sz="4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Montserrat SemiBold"/>
              <a:buNone/>
              <a:defRPr b="0" i="0" sz="4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Montserrat SemiBold"/>
              <a:buNone/>
              <a:defRPr b="0" i="0" sz="4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" type="body"/>
          </p:nvPr>
        </p:nvSpPr>
        <p:spPr>
          <a:xfrm>
            <a:off x="609585" y="1600160"/>
            <a:ext cx="10972526" cy="5257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Helvetica Neue"/>
              <a:buChar char="●"/>
              <a:defRPr b="0" i="0" sz="1467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9845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Helvetica Neue"/>
              <a:buChar char="○"/>
              <a:defRPr b="0" i="0" sz="1467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9845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Helvetica Neue"/>
              <a:buChar char="■"/>
              <a:defRPr b="0" i="0" sz="1467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9845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Helvetica Neue"/>
              <a:buChar char="●"/>
              <a:defRPr b="0" i="0" sz="1467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9845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Helvetica Neue"/>
              <a:buChar char="○"/>
              <a:defRPr b="0" i="0" sz="1467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29845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Helvetica Neue"/>
              <a:buChar char="■"/>
              <a:defRPr b="0" i="0" sz="1467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29845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Helvetica Neue"/>
              <a:buChar char="●"/>
              <a:defRPr b="0" i="0" sz="1467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29845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Helvetica Neue"/>
              <a:buChar char="○"/>
              <a:defRPr b="0" i="0" sz="1467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29845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Helvetica Neue"/>
              <a:buChar char="■"/>
              <a:defRPr b="0" i="0" sz="1467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5892653" y="6169928"/>
            <a:ext cx="2844729" cy="369191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60932" spcFirstLastPara="1" rIns="60932" wrap="square" tIns="60932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5"/>
          <p:cNvSpPr txBox="1"/>
          <p:nvPr>
            <p:ph type="title"/>
          </p:nvPr>
        </p:nvSpPr>
        <p:spPr>
          <a:xfrm>
            <a:off x="379790" y="1039539"/>
            <a:ext cx="5225469" cy="9239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AF9FE"/>
              </a:buClr>
              <a:buSzPts val="5333"/>
              <a:buFont typeface="Montserrat SemiBold"/>
              <a:buNone/>
            </a:pPr>
            <a:r>
              <a:rPr b="1" i="0" lang="en" sz="5333" u="none" cap="none" strike="noStrike">
                <a:solidFill>
                  <a:srgbClr val="FAF9F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OV20i</a:t>
            </a:r>
            <a:endParaRPr/>
          </a:p>
        </p:txBody>
      </p:sp>
      <p:pic>
        <p:nvPicPr>
          <p:cNvPr descr="Logo-white.pngGoogle Shape;16;p2" id="271" name="Google Shape;271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9790" y="622178"/>
            <a:ext cx="1482764" cy="277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38707" y="899339"/>
            <a:ext cx="4848703" cy="4848703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35"/>
          <p:cNvSpPr txBox="1"/>
          <p:nvPr/>
        </p:nvSpPr>
        <p:spPr>
          <a:xfrm>
            <a:off x="150196" y="4567686"/>
            <a:ext cx="5734257" cy="1624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218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lang="en" sz="48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{{ recipe_title }}</a:t>
            </a:r>
            <a:endParaRPr sz="3840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xmlns:r="http://schemas.openxmlformats.org/officeDocument/2006/relationships" name="Overview Deck">
  <a:themeElements>
    <a:clrScheme name="Overview Deck">
      <a:dk1>
        <a:srgbClr val="493691"/>
      </a:dk1>
      <a:lt1>
        <a:srgbClr val="FAF9FE"/>
      </a:lt1>
      <a:dk2>
        <a:srgbClr val="A7A7A7"/>
      </a:dk2>
      <a:lt2>
        <a:srgbClr val="535353"/>
      </a:lt2>
      <a:accent1>
        <a:srgbClr val="AF9EF3"/>
      </a:accent1>
      <a:accent2>
        <a:srgbClr val="FAF9FE"/>
      </a:accent2>
      <a:accent3>
        <a:srgbClr val="532EE3"/>
      </a:accent3>
      <a:accent4>
        <a:srgbClr val="4B465E"/>
      </a:accent4>
      <a:accent5>
        <a:srgbClr val="2E1A7F"/>
      </a:accent5>
      <a:accent6>
        <a:srgbClr val="56C194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