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69" name="Google Shape;69;p16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" name="Google Shape;70;p16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6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16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" name="Google Shape;73;p16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" name="Google Shape;74;p16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" name="Google Shape;75;p16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" name="Google Shape;76;p16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" name="Google Shape;77;p16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" name="Google Shape;78;p16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9" name="Google Shape;79;p16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80" name="Google Shape;80;p16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1" name="Google Shape;81;p16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" name="Google Shape;82;p16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" name="Google Shape;83;p16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" name="Google Shape;84;p16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" name="Google Shape;85;p16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" name="Google Shape;86;p16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" name="Google Shape;87;p16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" name="Google Shape;88;p16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" name="Google Shape;89;p16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90" name="Google Shape;90;p16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/>
          <p:nvPr>
            <p:ph idx="2" type="pic"/>
          </p:nvPr>
        </p:nvSpPr>
        <p:spPr>
          <a:xfrm>
            <a:off x="369989" y="979441"/>
            <a:ext cx="1845154" cy="2213545"/>
          </a:xfrm>
          <a:prstGeom prst="rect">
            <a:avLst/>
          </a:prstGeom>
          <a:noFill/>
          <a:ln>
            <a:noFill/>
          </a:ln>
        </p:spPr>
      </p:sp>
      <p:sp>
        <p:nvSpPr>
          <p:cNvPr id="190" name="Google Shape;190;p25"/>
          <p:cNvSpPr/>
          <p:nvPr>
            <p:ph idx="3" type="pic"/>
          </p:nvPr>
        </p:nvSpPr>
        <p:spPr>
          <a:xfrm>
            <a:off x="369989" y="3361481"/>
            <a:ext cx="1845154" cy="2505537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5"/>
          <p:cNvSpPr/>
          <p:nvPr>
            <p:ph idx="4" type="pic"/>
          </p:nvPr>
        </p:nvSpPr>
        <p:spPr>
          <a:xfrm>
            <a:off x="2490115" y="1134505"/>
            <a:ext cx="3452314" cy="4577485"/>
          </a:xfrm>
          <a:prstGeom prst="rect">
            <a:avLst/>
          </a:prstGeom>
          <a:noFill/>
          <a:ln>
            <a:noFill/>
          </a:ln>
        </p:spPr>
      </p:sp>
      <p:sp>
        <p:nvSpPr>
          <p:cNvPr id="192" name="Google Shape;192;p25"/>
          <p:cNvSpPr txBox="1"/>
          <p:nvPr>
            <p:ph type="title"/>
          </p:nvPr>
        </p:nvSpPr>
        <p:spPr>
          <a:xfrm>
            <a:off x="7704039" y="2400939"/>
            <a:ext cx="3760706" cy="136476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5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6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8" name="Google Shape;198;p26"/>
          <p:cNvSpPr txBox="1"/>
          <p:nvPr>
            <p:ph idx="1" type="body"/>
          </p:nvPr>
        </p:nvSpPr>
        <p:spPr>
          <a:xfrm>
            <a:off x="6095847" y="3428914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99" name="Google Shape;199;p26"/>
          <p:cNvSpPr txBox="1"/>
          <p:nvPr>
            <p:ph idx="2" type="body"/>
          </p:nvPr>
        </p:nvSpPr>
        <p:spPr>
          <a:xfrm>
            <a:off x="369989" y="3428902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200" name="Google Shape;200;p26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6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/>
          <p:nvPr>
            <p:ph type="title"/>
          </p:nvPr>
        </p:nvSpPr>
        <p:spPr>
          <a:xfrm>
            <a:off x="369989" y="554985"/>
            <a:ext cx="4841079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4" name="Google Shape;204;p27"/>
          <p:cNvSpPr txBox="1"/>
          <p:nvPr>
            <p:ph idx="1" type="body"/>
          </p:nvPr>
        </p:nvSpPr>
        <p:spPr>
          <a:xfrm>
            <a:off x="6452739" y="1120571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205" name="Google Shape;205;p2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206" name="Google Shape;20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813845"/>
            <a:ext cx="255995" cy="255996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7"/>
          <p:cNvSpPr txBox="1"/>
          <p:nvPr>
            <p:ph idx="2" type="body"/>
          </p:nvPr>
        </p:nvSpPr>
        <p:spPr>
          <a:xfrm>
            <a:off x="6452739" y="24610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208" name="Google Shape;20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21543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7"/>
          <p:cNvSpPr txBox="1"/>
          <p:nvPr>
            <p:ph idx="3" type="body"/>
          </p:nvPr>
        </p:nvSpPr>
        <p:spPr>
          <a:xfrm>
            <a:off x="6452739" y="38015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210" name="Google Shape;21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34948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7"/>
          <p:cNvSpPr txBox="1"/>
          <p:nvPr>
            <p:ph idx="4" type="body"/>
          </p:nvPr>
        </p:nvSpPr>
        <p:spPr>
          <a:xfrm>
            <a:off x="6452739" y="5153004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12" name="Google Shape;21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4846277"/>
            <a:ext cx="255995" cy="25599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" name="Google Shape;213;p27"/>
          <p:cNvCxnSpPr/>
          <p:nvPr/>
        </p:nvCxnSpPr>
        <p:spPr>
          <a:xfrm>
            <a:off x="5703925" y="383190"/>
            <a:ext cx="0" cy="609784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27"/>
          <p:cNvSpPr txBox="1"/>
          <p:nvPr>
            <p:ph idx="5" type="body"/>
          </p:nvPr>
        </p:nvSpPr>
        <p:spPr>
          <a:xfrm>
            <a:off x="369989" y="1415785"/>
            <a:ext cx="4571486" cy="268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5" name="Google Shape;215;p2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/>
        </p:nvSpPr>
        <p:spPr>
          <a:xfrm>
            <a:off x="369989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8" name="Google Shape;218;p28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9" name="Google Shape;219;p28"/>
          <p:cNvSpPr txBox="1"/>
          <p:nvPr>
            <p:ph idx="1" type="body"/>
          </p:nvPr>
        </p:nvSpPr>
        <p:spPr>
          <a:xfrm>
            <a:off x="726948" y="4963874"/>
            <a:ext cx="4733882" cy="142236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body"/>
          </p:nvPr>
        </p:nvSpPr>
        <p:spPr>
          <a:xfrm>
            <a:off x="726948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1" name="Google Shape;221;p28"/>
          <p:cNvSpPr txBox="1"/>
          <p:nvPr/>
        </p:nvSpPr>
        <p:spPr>
          <a:xfrm>
            <a:off x="5745580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22" name="Google Shape;222;p28"/>
          <p:cNvSpPr txBox="1"/>
          <p:nvPr>
            <p:ph idx="3" type="body"/>
          </p:nvPr>
        </p:nvSpPr>
        <p:spPr>
          <a:xfrm>
            <a:off x="6102537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23" name="Google Shape;223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8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/>
          <p:nvPr>
            <p:ph type="title"/>
          </p:nvPr>
        </p:nvSpPr>
        <p:spPr>
          <a:xfrm>
            <a:off x="7095722" y="674783"/>
            <a:ext cx="4725882" cy="772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27" name="Google Shape;227;p29"/>
          <p:cNvSpPr/>
          <p:nvPr>
            <p:ph idx="2" type="pic"/>
          </p:nvPr>
        </p:nvSpPr>
        <p:spPr>
          <a:xfrm>
            <a:off x="6095847" y="702416"/>
            <a:ext cx="5369066" cy="5777455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29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29" name="Google Shape;229;p29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0"/>
          <p:cNvSpPr txBox="1"/>
          <p:nvPr>
            <p:ph idx="1" type="body"/>
          </p:nvPr>
        </p:nvSpPr>
        <p:spPr>
          <a:xfrm>
            <a:off x="369989" y="4432758"/>
            <a:ext cx="2345541" cy="38679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3" name="Google Shape;233;p30"/>
          <p:cNvSpPr/>
          <p:nvPr>
            <p:ph idx="2" type="pic"/>
          </p:nvPr>
        </p:nvSpPr>
        <p:spPr>
          <a:xfrm>
            <a:off x="385456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4" name="Google Shape;234;p30"/>
          <p:cNvSpPr/>
          <p:nvPr>
            <p:ph idx="3" type="pic"/>
          </p:nvPr>
        </p:nvSpPr>
        <p:spPr>
          <a:xfrm>
            <a:off x="289017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30"/>
          <p:cNvSpPr/>
          <p:nvPr>
            <p:ph idx="4" type="pic"/>
          </p:nvPr>
        </p:nvSpPr>
        <p:spPr>
          <a:xfrm>
            <a:off x="539489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30"/>
          <p:cNvSpPr/>
          <p:nvPr>
            <p:ph idx="5" type="pic"/>
          </p:nvPr>
        </p:nvSpPr>
        <p:spPr>
          <a:xfrm>
            <a:off x="7883420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30"/>
          <p:cNvSpPr txBox="1"/>
          <p:nvPr>
            <p:ph idx="6" type="body"/>
          </p:nvPr>
        </p:nvSpPr>
        <p:spPr>
          <a:xfrm>
            <a:off x="369989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8" name="Google Shape;238;p30"/>
          <p:cNvSpPr txBox="1"/>
          <p:nvPr>
            <p:ph idx="7" type="body"/>
          </p:nvPr>
        </p:nvSpPr>
        <p:spPr>
          <a:xfrm>
            <a:off x="2884778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9" name="Google Shape;239;p30"/>
          <p:cNvSpPr txBox="1"/>
          <p:nvPr>
            <p:ph idx="8" type="body"/>
          </p:nvPr>
        </p:nvSpPr>
        <p:spPr>
          <a:xfrm>
            <a:off x="5399566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0" name="Google Shape;240;p30"/>
          <p:cNvSpPr txBox="1"/>
          <p:nvPr>
            <p:ph idx="9" type="body"/>
          </p:nvPr>
        </p:nvSpPr>
        <p:spPr>
          <a:xfrm>
            <a:off x="7866621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1" name="Google Shape;241;p30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/>
          <p:nvPr>
            <p:ph idx="2" type="pic"/>
          </p:nvPr>
        </p:nvSpPr>
        <p:spPr>
          <a:xfrm>
            <a:off x="369989" y="1560526"/>
            <a:ext cx="11451714" cy="4919477"/>
          </a:xfrm>
          <a:prstGeom prst="rect">
            <a:avLst/>
          </a:prstGeom>
          <a:noFill/>
          <a:ln>
            <a:noFill/>
          </a:ln>
        </p:spPr>
      </p:sp>
      <p:sp>
        <p:nvSpPr>
          <p:cNvPr id="246" name="Google Shape;246;p31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7" name="Google Shape;247;p3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2"/>
          <p:cNvSpPr/>
          <p:nvPr/>
        </p:nvSpPr>
        <p:spPr>
          <a:xfrm>
            <a:off x="218060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2"/>
          <p:cNvSpPr txBox="1"/>
          <p:nvPr>
            <p:ph type="title"/>
          </p:nvPr>
        </p:nvSpPr>
        <p:spPr>
          <a:xfrm>
            <a:off x="609585" y="544516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1" name="Google Shape;251;p32"/>
          <p:cNvSpPr/>
          <p:nvPr/>
        </p:nvSpPr>
        <p:spPr>
          <a:xfrm>
            <a:off x="10110579" y="6325275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2"/>
          <p:cNvSpPr txBox="1"/>
          <p:nvPr>
            <p:ph idx="1" type="body"/>
          </p:nvPr>
        </p:nvSpPr>
        <p:spPr>
          <a:xfrm>
            <a:off x="609585" y="1237034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3" name="Google Shape;253;p32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9" y="6426454"/>
            <a:ext cx="1136556" cy="25598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2"/>
          <p:cNvSpPr txBox="1"/>
          <p:nvPr>
            <p:ph idx="2" type="body"/>
          </p:nvPr>
        </p:nvSpPr>
        <p:spPr>
          <a:xfrm>
            <a:off x="609585" y="2203010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5" name="Google Shape;255;p32"/>
          <p:cNvSpPr txBox="1"/>
          <p:nvPr>
            <p:ph idx="12" type="sldNum"/>
          </p:nvPr>
        </p:nvSpPr>
        <p:spPr>
          <a:xfrm>
            <a:off x="11767890" y="6471821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3"/>
          <p:cNvSpPr/>
          <p:nvPr/>
        </p:nvSpPr>
        <p:spPr>
          <a:xfrm>
            <a:off x="218061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3"/>
          <p:cNvSpPr txBox="1"/>
          <p:nvPr>
            <p:ph type="title"/>
          </p:nvPr>
        </p:nvSpPr>
        <p:spPr>
          <a:xfrm>
            <a:off x="609585" y="544514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9" name="Google Shape;259;p33"/>
          <p:cNvSpPr/>
          <p:nvPr/>
        </p:nvSpPr>
        <p:spPr>
          <a:xfrm>
            <a:off x="10110579" y="6325274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 txBox="1"/>
          <p:nvPr>
            <p:ph idx="1" type="body"/>
          </p:nvPr>
        </p:nvSpPr>
        <p:spPr>
          <a:xfrm>
            <a:off x="609585" y="1237036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61" name="Google Shape;261;p33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8" y="6426455"/>
            <a:ext cx="1136569" cy="255983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3"/>
          <p:cNvSpPr txBox="1"/>
          <p:nvPr>
            <p:ph idx="2" type="body"/>
          </p:nvPr>
        </p:nvSpPr>
        <p:spPr>
          <a:xfrm>
            <a:off x="609585" y="2203012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63" name="Google Shape;263;p33"/>
          <p:cNvSpPr txBox="1"/>
          <p:nvPr>
            <p:ph idx="12" type="sldNum"/>
          </p:nvPr>
        </p:nvSpPr>
        <p:spPr>
          <a:xfrm>
            <a:off x="11767890" y="6471821"/>
            <a:ext cx="169196" cy="1435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7" lvl="0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7" lvl="1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7" lvl="2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7" lvl="3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7" lvl="4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7" lvl="5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7" lvl="6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7" lvl="7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7" lvl="8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7" lvl="0" marL="50797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11673899" y="6332976"/>
            <a:ext cx="466388" cy="471988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/>
          <p:nvPr/>
        </p:nvSpPr>
        <p:spPr>
          <a:xfrm>
            <a:off x="375889" y="368323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3464545" y="4657317"/>
            <a:ext cx="798020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8" name="Google Shape;98;p18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idx="1" type="body"/>
          </p:nvPr>
        </p:nvSpPr>
        <p:spPr>
          <a:xfrm>
            <a:off x="557234" y="3550890"/>
            <a:ext cx="1783155" cy="52118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1" name="Google Shape;101;p19"/>
          <p:cNvSpPr txBox="1"/>
          <p:nvPr>
            <p:ph idx="2" type="body"/>
          </p:nvPr>
        </p:nvSpPr>
        <p:spPr>
          <a:xfrm>
            <a:off x="557067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3" type="body"/>
          </p:nvPr>
        </p:nvSpPr>
        <p:spPr>
          <a:xfrm>
            <a:off x="2889694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4" type="body"/>
          </p:nvPr>
        </p:nvSpPr>
        <p:spPr>
          <a:xfrm>
            <a:off x="520427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5" type="body"/>
          </p:nvPr>
        </p:nvSpPr>
        <p:spPr>
          <a:xfrm>
            <a:off x="753131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5" name="Google Shape;105;p19"/>
          <p:cNvSpPr txBox="1"/>
          <p:nvPr>
            <p:ph idx="6" type="body"/>
          </p:nvPr>
        </p:nvSpPr>
        <p:spPr>
          <a:xfrm>
            <a:off x="9846808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107" name="Google Shape;107;p19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11" name="Google Shape;111;p20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0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13" name="Google Shape;113;p20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" name="Google Shape;114;p20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20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" name="Google Shape;116;p20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7" name="Google Shape;117;p20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" name="Google Shape;119;p20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1" name="Google Shape;121;p20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2" name="Google Shape;122;p20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" name="Google Shape;123;p20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124" name="Google Shape;124;p20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5" name="Google Shape;125;p20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6" name="Google Shape;126;p20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7" name="Google Shape;127;p20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8" name="Google Shape;128;p20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9" name="Google Shape;129;p20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0" name="Google Shape;130;p20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1" name="Google Shape;131;p20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2" name="Google Shape;132;p20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3" name="Google Shape;133;p20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/>
          <p:nvPr/>
        </p:nvSpPr>
        <p:spPr>
          <a:xfrm rot="10800000">
            <a:off x="375891" y="368324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1094643" y="5230676"/>
            <a:ext cx="7812205" cy="6035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38" name="Google Shape;138;p21"/>
          <p:cNvCxnSpPr/>
          <p:nvPr/>
        </p:nvCxnSpPr>
        <p:spPr>
          <a:xfrm>
            <a:off x="734482" y="1056740"/>
            <a:ext cx="10736931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>
            <a:off x="734482" y="6028883"/>
            <a:ext cx="10726532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21"/>
          <p:cNvSpPr txBox="1"/>
          <p:nvPr>
            <p:ph type="title"/>
          </p:nvPr>
        </p:nvSpPr>
        <p:spPr>
          <a:xfrm>
            <a:off x="1060672" y="2992532"/>
            <a:ext cx="8162196" cy="188075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41" name="Google Shape;14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0" y="622178"/>
            <a:ext cx="1482766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46" name="Google Shape;146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oogle Shape;149;p23"/>
          <p:cNvCxnSpPr/>
          <p:nvPr/>
        </p:nvCxnSpPr>
        <p:spPr>
          <a:xfrm rot="10800000">
            <a:off x="-25233" y="47142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p23"/>
          <p:cNvCxnSpPr/>
          <p:nvPr/>
        </p:nvCxnSpPr>
        <p:spPr>
          <a:xfrm rot="10800000">
            <a:off x="-25233" y="1120829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1" name="Google Shape;151;p23"/>
          <p:cNvCxnSpPr/>
          <p:nvPr/>
        </p:nvCxnSpPr>
        <p:spPr>
          <a:xfrm rot="10800000">
            <a:off x="-25233" y="1770230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" name="Google Shape;152;p23"/>
          <p:cNvCxnSpPr/>
          <p:nvPr/>
        </p:nvCxnSpPr>
        <p:spPr>
          <a:xfrm rot="10800000">
            <a:off x="-25233" y="24195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" name="Google Shape;153;p23"/>
          <p:cNvCxnSpPr/>
          <p:nvPr/>
        </p:nvCxnSpPr>
        <p:spPr>
          <a:xfrm rot="10800000">
            <a:off x="-25233" y="30689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54" name="Google Shape;154;p23"/>
          <p:cNvGrpSpPr/>
          <p:nvPr/>
        </p:nvGrpSpPr>
        <p:grpSpPr>
          <a:xfrm>
            <a:off x="-4699" y="-136"/>
            <a:ext cx="12208632" cy="6857828"/>
            <a:chOff x="1" y="0"/>
            <a:chExt cx="12208632" cy="6857828"/>
          </a:xfrm>
        </p:grpSpPr>
        <p:cxnSp>
          <p:nvCxnSpPr>
            <p:cNvPr id="155" name="Google Shape;155;p23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3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3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>
              <a:off x="321268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3"/>
            <p:cNvCxnSpPr/>
            <p:nvPr/>
          </p:nvCxnSpPr>
          <p:spPr>
            <a:xfrm>
              <a:off x="385522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3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2" name="Google Shape;162;p23"/>
            <p:cNvCxnSpPr/>
            <p:nvPr/>
          </p:nvCxnSpPr>
          <p:spPr>
            <a:xfrm>
              <a:off x="449775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3" name="Google Shape;163;p23"/>
            <p:cNvCxnSpPr/>
            <p:nvPr/>
          </p:nvCxnSpPr>
          <p:spPr>
            <a:xfrm>
              <a:off x="514029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4" name="Google Shape;164;p23"/>
            <p:cNvCxnSpPr/>
            <p:nvPr/>
          </p:nvCxnSpPr>
          <p:spPr>
            <a:xfrm>
              <a:off x="578283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5" name="Google Shape;165;p23"/>
            <p:cNvCxnSpPr/>
            <p:nvPr/>
          </p:nvCxnSpPr>
          <p:spPr>
            <a:xfrm>
              <a:off x="642537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6" name="Google Shape;166;p23"/>
            <p:cNvCxnSpPr/>
            <p:nvPr/>
          </p:nvCxnSpPr>
          <p:spPr>
            <a:xfrm>
              <a:off x="706790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7" name="Google Shape;167;p23"/>
            <p:cNvCxnSpPr/>
            <p:nvPr/>
          </p:nvCxnSpPr>
          <p:spPr>
            <a:xfrm>
              <a:off x="7710444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8" name="Google Shape;168;p23"/>
            <p:cNvCxnSpPr/>
            <p:nvPr/>
          </p:nvCxnSpPr>
          <p:spPr>
            <a:xfrm>
              <a:off x="835298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9" name="Google Shape;169;p23"/>
            <p:cNvCxnSpPr/>
            <p:nvPr/>
          </p:nvCxnSpPr>
          <p:spPr>
            <a:xfrm>
              <a:off x="899551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0" name="Google Shape;170;p23"/>
            <p:cNvCxnSpPr/>
            <p:nvPr/>
          </p:nvCxnSpPr>
          <p:spPr>
            <a:xfrm>
              <a:off x="963816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1" name="Google Shape;171;p23"/>
            <p:cNvCxnSpPr/>
            <p:nvPr/>
          </p:nvCxnSpPr>
          <p:spPr>
            <a:xfrm>
              <a:off x="1028069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2" name="Google Shape;172;p23"/>
            <p:cNvCxnSpPr/>
            <p:nvPr/>
          </p:nvCxnSpPr>
          <p:spPr>
            <a:xfrm>
              <a:off x="1092335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73" name="Google Shape;173;p23"/>
            <p:cNvGrpSpPr/>
            <p:nvPr/>
          </p:nvGrpSpPr>
          <p:grpSpPr>
            <a:xfrm>
              <a:off x="11565989" y="0"/>
              <a:ext cx="642644" cy="6857828"/>
              <a:chOff x="1" y="0"/>
              <a:chExt cx="642644" cy="6857828"/>
            </a:xfrm>
          </p:grpSpPr>
          <p:cxnSp>
            <p:nvCxnSpPr>
              <p:cNvPr id="174" name="Google Shape;174;p23"/>
              <p:cNvCxnSpPr/>
              <p:nvPr/>
            </p:nvCxnSpPr>
            <p:spPr>
              <a:xfrm>
                <a:off x="1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75" name="Google Shape;175;p23"/>
              <p:cNvCxnSpPr/>
              <p:nvPr/>
            </p:nvCxnSpPr>
            <p:spPr>
              <a:xfrm>
                <a:off x="642645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76" name="Google Shape;176;p23"/>
          <p:cNvCxnSpPr/>
          <p:nvPr/>
        </p:nvCxnSpPr>
        <p:spPr>
          <a:xfrm rot="10800000">
            <a:off x="-25233" y="37183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7" name="Google Shape;177;p23"/>
          <p:cNvCxnSpPr/>
          <p:nvPr/>
        </p:nvCxnSpPr>
        <p:spPr>
          <a:xfrm rot="10800000">
            <a:off x="-25233" y="43677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8" name="Google Shape;178;p23"/>
          <p:cNvCxnSpPr/>
          <p:nvPr/>
        </p:nvCxnSpPr>
        <p:spPr>
          <a:xfrm rot="10800000">
            <a:off x="-25233" y="50170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9" name="Google Shape;179;p23"/>
          <p:cNvCxnSpPr/>
          <p:nvPr/>
        </p:nvCxnSpPr>
        <p:spPr>
          <a:xfrm rot="10800000">
            <a:off x="-25233" y="566649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23"/>
          <p:cNvCxnSpPr/>
          <p:nvPr/>
        </p:nvCxnSpPr>
        <p:spPr>
          <a:xfrm rot="10800000">
            <a:off x="-25233" y="63157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23"/>
          <p:cNvSpPr txBox="1"/>
          <p:nvPr>
            <p:ph type="title"/>
          </p:nvPr>
        </p:nvSpPr>
        <p:spPr>
          <a:xfrm>
            <a:off x="1916919" y="1768556"/>
            <a:ext cx="8344991" cy="2597535"/>
          </a:xfrm>
          <a:prstGeom prst="rect">
            <a:avLst/>
          </a:prstGeom>
          <a:solidFill>
            <a:srgbClr val="493691"/>
          </a:solidFill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idx="1" type="body"/>
          </p:nvPr>
        </p:nvSpPr>
        <p:spPr>
          <a:xfrm>
            <a:off x="6052947" y="2307264"/>
            <a:ext cx="5767456" cy="6035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5" name="Google Shape;185;p24"/>
          <p:cNvSpPr txBox="1"/>
          <p:nvPr>
            <p:ph type="title"/>
          </p:nvPr>
        </p:nvSpPr>
        <p:spPr>
          <a:xfrm>
            <a:off x="369989" y="1412865"/>
            <a:ext cx="5725857" cy="37379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86" name="Google Shape;186;p24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4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" type="body"/>
          </p:nvPr>
        </p:nvSpPr>
        <p:spPr>
          <a:xfrm>
            <a:off x="609585" y="1600160"/>
            <a:ext cx="10972526" cy="5257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5"/>
          <p:cNvSpPr txBox="1"/>
          <p:nvPr>
            <p:ph type="title"/>
          </p:nvPr>
        </p:nvSpPr>
        <p:spPr>
          <a:xfrm>
            <a:off x="379790" y="1039539"/>
            <a:ext cx="5225469" cy="92397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5333"/>
              <a:buFont typeface="Montserrat SemiBold"/>
              <a:buNone/>
            </a:pPr>
            <a:r>
              <a:rPr b="1" i="0" lang="en" sz="5333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OV20i</a:t>
            </a:r>
            <a:endParaRPr/>
          </a:p>
        </p:txBody>
      </p:sp>
      <p:pic>
        <p:nvPicPr>
          <p:cNvPr descr="Logo-white.pngGoogle Shape;16;p2" id="271" name="Google Shape;271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9790" y="622178"/>
            <a:ext cx="1482764" cy="277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38707" y="899339"/>
            <a:ext cx="4848703" cy="4848703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35"/>
          <p:cNvSpPr txBox="1"/>
          <p:nvPr/>
        </p:nvSpPr>
        <p:spPr>
          <a:xfrm>
            <a:off x="150196" y="4567686"/>
            <a:ext cx="5734257" cy="1624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218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lang="en" sz="4800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{{ recipe_title }}</a:t>
            </a:r>
            <a:endParaRPr sz="3840">
              <a:solidFill>
                <a:srgbClr val="FFFFF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