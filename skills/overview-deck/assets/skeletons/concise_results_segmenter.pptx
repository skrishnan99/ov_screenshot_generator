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808113" y="593418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5333"/>
              <a:buFont typeface="Montserrat SemiBold"/>
              <a:buNone/>
            </a:pPr>
            <a:r>
              <a:rPr b="1" lang="en"/>
              <a:t>Results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918252" y="3344515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{{mean_iou}}</a:t>
            </a:r>
            <a:endParaRPr b="1" sz="6966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2" name="Google Shape;272;p35"/>
          <p:cNvSpPr txBox="1"/>
          <p:nvPr/>
        </p:nvSpPr>
        <p:spPr>
          <a:xfrm>
            <a:off x="918252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Mean IoU</a:t>
            </a:r>
            <a:endParaRPr b="1" i="0" sz="2328" u="none" cap="none" strike="noStrike">
              <a:solidFill>
                <a:srgbClr val="A896F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4704441" y="3355804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{{train_imgs}}</a:t>
            </a:r>
            <a:endParaRPr b="0" i="0" sz="1867" u="none" cap="none" strike="noStrike">
              <a:solidFill>
                <a:srgbClr val="A896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4704441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Training Images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8490629" y="3355804"/>
            <a:ext cx="278513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 fontScale="4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ct val="100000"/>
              <a:buFont typeface="Montserrat SemiBold"/>
              <a:buNone/>
            </a:pPr>
            <a:r>
              <a:rPr b="1" lang="en" sz="6966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{{deployment_time}}</a:t>
            </a:r>
            <a:endParaRPr b="1" i="0" sz="6966" u="none" cap="none" strike="noStrike">
              <a:solidFill>
                <a:srgbClr val="FAF9F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8490629" y="4586959"/>
            <a:ext cx="3290718" cy="61118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64" lIns="121864" spcFirstLastPara="1" rIns="121864" wrap="square" tIns="121864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96F0"/>
              </a:buClr>
              <a:buSzPts val="2327"/>
              <a:buFont typeface="Montserrat SemiBold"/>
              <a:buNone/>
            </a:pPr>
            <a:r>
              <a:rPr b="1" lang="en" sz="2328">
                <a:solidFill>
                  <a:srgbClr val="A896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Deployment Time</a:t>
            </a:r>
            <a:endParaRPr/>
          </a:p>
        </p:txBody>
      </p:sp>
      <p:pic>
        <p:nvPicPr>
          <p:cNvPr descr="Logo-white.pngGoogle Shape;16;p2" id="277" name="Google Shape;2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501" y="554446"/>
            <a:ext cx="1482764" cy="27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