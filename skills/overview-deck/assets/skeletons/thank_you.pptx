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4581850" y="0"/>
            <a:ext cx="4562101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4585535" y="132770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4585535" y="1814713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4585535" y="2301778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4585535" y="278884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4585535" y="3275906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4585535" y="3762917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4585535" y="4249983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4585535" y="473697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4585535" y="35357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4585535" y="840635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4586627" y="-102"/>
            <a:ext cx="4337478" cy="5143551"/>
            <a:chOff x="-1" y="0"/>
            <a:chExt cx="4337477" cy="5143549"/>
          </a:xfrm>
        </p:grpSpPr>
        <p:cxnSp>
          <p:nvCxnSpPr>
            <p:cNvPr id="113" name="Google Shape;113;p18"/>
            <p:cNvCxnSpPr/>
            <p:nvPr/>
          </p:nvCxnSpPr>
          <p:spPr>
            <a:xfrm flipH="1">
              <a:off x="-1" y="0"/>
              <a:ext cx="2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 flipH="1">
              <a:off x="48191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 flipH="1">
              <a:off x="963829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 flipH="1">
              <a:off x="144574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 flipH="1">
              <a:off x="192765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 flipH="1">
              <a:off x="2409573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 flipH="1">
              <a:off x="289156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 flipH="1">
              <a:off x="3373482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 flipH="1">
              <a:off x="385548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 flipH="1">
              <a:off x="4337475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4581850" y="0"/>
            <a:ext cx="4562101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58" name="Google Shape;58;p14"/>
          <p:cNvCxnSpPr/>
          <p:nvPr/>
        </p:nvCxnSpPr>
        <p:spPr>
          <a:xfrm rot="10800000">
            <a:off x="4585535" y="132770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 rot="10800000">
            <a:off x="4585535" y="1814713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 rot="10800000">
            <a:off x="4585535" y="2301778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 rot="10800000">
            <a:off x="4585535" y="278884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4"/>
          <p:cNvCxnSpPr/>
          <p:nvPr/>
        </p:nvCxnSpPr>
        <p:spPr>
          <a:xfrm rot="10800000">
            <a:off x="4585535" y="3275906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 rot="10800000">
            <a:off x="4585535" y="3762917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4585535" y="4249983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 rot="10800000">
            <a:off x="4585535" y="473697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rot="10800000">
            <a:off x="4585535" y="353570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 rot="10800000">
            <a:off x="4585535" y="840635"/>
            <a:ext cx="45621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" name="Google Shape;68;p14"/>
          <p:cNvGrpSpPr/>
          <p:nvPr/>
        </p:nvGrpSpPr>
        <p:grpSpPr>
          <a:xfrm>
            <a:off x="4586627" y="-102"/>
            <a:ext cx="4337478" cy="5143551"/>
            <a:chOff x="-1" y="0"/>
            <a:chExt cx="4337477" cy="5143549"/>
          </a:xfrm>
        </p:grpSpPr>
        <p:cxnSp>
          <p:nvCxnSpPr>
            <p:cNvPr id="69" name="Google Shape;69;p14"/>
            <p:cNvCxnSpPr/>
            <p:nvPr/>
          </p:nvCxnSpPr>
          <p:spPr>
            <a:xfrm flipH="1">
              <a:off x="-1" y="0"/>
              <a:ext cx="2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48191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 flipH="1">
              <a:off x="963829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 flipH="1">
              <a:off x="144574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 flipH="1">
              <a:off x="192765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4"/>
            <p:cNvCxnSpPr/>
            <p:nvPr/>
          </p:nvCxnSpPr>
          <p:spPr>
            <a:xfrm flipH="1">
              <a:off x="2409573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 flipH="1">
              <a:off x="289156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 flipH="1">
              <a:off x="3373482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 flipH="1">
              <a:off x="385548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 flipH="1">
              <a:off x="4337475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277499" y="734599"/>
            <a:ext cx="1383901" cy="1660201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277499" y="2521174"/>
            <a:ext cx="1383901" cy="1879202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1867633" y="850900"/>
            <a:ext cx="2589301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778174" y="1800749"/>
            <a:ext cx="2820601" cy="10236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0" y="2571750"/>
            <a:ext cx="3585001" cy="109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77499" y="2571741"/>
            <a:ext cx="3585002" cy="109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77499" y="416249"/>
            <a:ext cx="3630902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839675" y="840449"/>
            <a:ext cx="3759001" cy="744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9675" y="1845849"/>
            <a:ext cx="3759001" cy="744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839675" y="2851249"/>
            <a:ext cx="3759001" cy="74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4839675" y="3864850"/>
            <a:ext cx="3759001" cy="744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 flipH="1">
            <a:off x="4278050" y="287400"/>
            <a:ext cx="1" cy="457350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277499" y="1061865"/>
            <a:ext cx="3428702" cy="2011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277499" y="1934926"/>
            <a:ext cx="830102" cy="11480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45225" y="3722999"/>
            <a:ext cx="3550500" cy="10668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545225" y="2315324"/>
            <a:ext cx="3550501" cy="109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4309293" y="1934926"/>
            <a:ext cx="830101" cy="11480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4577017" y="2315324"/>
            <a:ext cx="3550501" cy="1098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5321925" y="506100"/>
            <a:ext cx="3544501" cy="579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277499" y="3324652"/>
            <a:ext cx="1759201" cy="2901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89099" y="1336780"/>
            <a:ext cx="1751102" cy="1772999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167688" y="1336780"/>
            <a:ext cx="1751101" cy="1772999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4046275" y="1336780"/>
            <a:ext cx="1751101" cy="1772999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5912713" y="1336780"/>
            <a:ext cx="1751101" cy="1772999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277499" y="3660092"/>
            <a:ext cx="1759201" cy="498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163638" y="3660092"/>
            <a:ext cx="1759201" cy="498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4049776" y="3660092"/>
            <a:ext cx="1759201" cy="498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5900113" y="3660092"/>
            <a:ext cx="1759201" cy="498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277499" y="1170424"/>
            <a:ext cx="8589001" cy="368970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545225" y="277499"/>
            <a:ext cx="8053500" cy="5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163549" y="153950"/>
            <a:ext cx="8803501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0" y="408397"/>
            <a:ext cx="8141700" cy="519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7583124" y="4744075"/>
            <a:ext cx="1560901" cy="399601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57200" y="927799"/>
            <a:ext cx="3832801" cy="19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4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826138" y="4853987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163550" y="153950"/>
            <a:ext cx="8803501" cy="4820101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457200" y="408396"/>
            <a:ext cx="8141700" cy="519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7583124" y="4744074"/>
            <a:ext cx="1560901" cy="399601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0" y="927800"/>
            <a:ext cx="3832801" cy="19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3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57200" y="1652300"/>
            <a:ext cx="4115100" cy="19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826138" y="4853987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8" lvl="0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8" lvl="1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8" lvl="2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8" lvl="3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8" lvl="4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8" lvl="5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8" lvl="6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8" lvl="7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8" lvl="8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8" lvl="0" marL="50798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755643" y="4749851"/>
            <a:ext cx="349841" cy="3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81924" y="276249"/>
            <a:ext cx="8589001" cy="4599001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2598474" y="3493075"/>
            <a:ext cx="5985302" cy="99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936" y="2663234"/>
            <a:ext cx="1337400" cy="3909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17811" y="3187835"/>
            <a:ext cx="1337400" cy="11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167325" y="3187835"/>
            <a:ext cx="1337400" cy="11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3903300" y="3187835"/>
            <a:ext cx="1337400" cy="11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5648624" y="3187835"/>
            <a:ext cx="1337401" cy="11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7385291" y="3187835"/>
            <a:ext cx="1337400" cy="11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281924" y="276249"/>
            <a:ext cx="8589001" cy="4599001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1003" y="3923105"/>
            <a:ext cx="5859302" cy="452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550875" y="792575"/>
            <a:ext cx="8052900" cy="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550875" y="4521775"/>
            <a:ext cx="8045099" cy="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795524" y="2244455"/>
            <a:ext cx="6121801" cy="14106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77499" y="416249"/>
            <a:ext cx="8589001" cy="88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77499" y="278850"/>
            <a:ext cx="3832802" cy="137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18926" y="353578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18926" y="840642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18926" y="1327705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18926" y="1814716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18926" y="2301780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3526" y="-102"/>
            <a:ext cx="9156707" cy="5143552"/>
            <a:chOff x="-1" y="0"/>
            <a:chExt cx="9156707" cy="5143550"/>
          </a:xfrm>
        </p:grpSpPr>
        <p:cxnSp>
          <p:nvCxnSpPr>
            <p:cNvPr id="144" name="Google Shape;144;p21"/>
            <p:cNvCxnSpPr/>
            <p:nvPr/>
          </p:nvCxnSpPr>
          <p:spPr>
            <a:xfrm flipH="1">
              <a:off x="48191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 flipH="1">
              <a:off x="963829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flipH="1">
              <a:off x="144574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 flipH="1">
              <a:off x="192765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 flipH="1">
              <a:off x="2409574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 flipH="1">
              <a:off x="289148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 flipH="1">
              <a:off x="-1" y="0"/>
              <a:ext cx="2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 flipH="1">
              <a:off x="3373403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 flipH="1">
              <a:off x="3855318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 flipH="1">
              <a:off x="4337232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 flipH="1">
              <a:off x="4819147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 flipH="1">
              <a:off x="5301062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 flipH="1">
              <a:off x="5782977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 flipH="1">
              <a:off x="6264891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 flipH="1">
              <a:off x="6746806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 flipH="1">
              <a:off x="7228801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 flipH="1">
              <a:off x="7710716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 flipH="1">
              <a:off x="8192721" y="0"/>
              <a:ext cx="1" cy="5143549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8674707" y="0"/>
              <a:ext cx="481999" cy="5143550"/>
              <a:chOff x="-1" y="0"/>
              <a:chExt cx="481997" cy="5143549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 flipH="1">
                <a:off x="-1" y="0"/>
                <a:ext cx="2" cy="51435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 flipH="1">
                <a:off x="481995" y="0"/>
                <a:ext cx="1" cy="51435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18926" y="2788840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18926" y="3275905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18926" y="3762914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18926" y="4249978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18926" y="4736963"/>
            <a:ext cx="9156601" cy="1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437725" y="1326450"/>
            <a:ext cx="6258901" cy="1948201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39824" y="1730491"/>
            <a:ext cx="4325701" cy="4527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277499" y="1059675"/>
            <a:ext cx="4294501" cy="2803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739547" y="4757766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45225" y="277499"/>
            <a:ext cx="8053500" cy="5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3400"/>
              <a:buFont typeface="Montserrat SemiBold"/>
              <a:buNone/>
            </a:pPr>
            <a:r>
              <a:rPr lang="en" sz="3400"/>
              <a:t>Thank you.</a:t>
            </a:r>
            <a:endParaRPr/>
          </a:p>
        </p:txBody>
      </p:sp>
      <p:sp>
        <p:nvSpPr>
          <p:cNvPr id="522" name="Google Shape;522;p60"/>
          <p:cNvSpPr txBox="1"/>
          <p:nvPr/>
        </p:nvSpPr>
        <p:spPr>
          <a:xfrm>
            <a:off x="5026348" y="2144999"/>
            <a:ext cx="3832802" cy="55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FAF9FE"/>
                </a:solidFill>
                <a:latin typeface="Montserrat"/>
                <a:ea typeface="Montserrat"/>
                <a:cs typeface="Montserrat"/>
                <a:sym typeface="Montserrat"/>
              </a:rPr>
              <a:t>aagarwal@overview.ai</a:t>
            </a:r>
            <a:endParaRPr b="0" i="0" sz="1400" u="none" cap="none" strike="noStrike">
              <a:solidFill>
                <a:srgbClr val="FAF9F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FAF9FE"/>
                </a:solidFill>
                <a:latin typeface="Montserrat"/>
                <a:ea typeface="Montserrat"/>
                <a:cs typeface="Montserrat"/>
                <a:sym typeface="Montserrat"/>
              </a:rPr>
              <a:t>(510) 880-1463</a:t>
            </a:r>
            <a:endParaRPr b="0" i="0" sz="1400" u="none" cap="none" strike="noStrike">
              <a:solidFill>
                <a:srgbClr val="FAF9F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0"/>
          <p:cNvSpPr txBox="1"/>
          <p:nvPr/>
        </p:nvSpPr>
        <p:spPr>
          <a:xfrm>
            <a:off x="5485648" y="1627825"/>
            <a:ext cx="2914201" cy="5511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2400"/>
              <a:buFont typeface="Montserrat SemiBold"/>
              <a:buNone/>
            </a:pPr>
            <a:r>
              <a:rPr b="0" i="0" lang="en" sz="2400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Akshat Agarwal</a:t>
            </a:r>
            <a:endParaRPr b="0" i="0" sz="2400" u="none" cap="none" strike="noStrike">
              <a:solidFill>
                <a:srgbClr val="FAF9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Logo-white.pngGoogle Shape;16;p2" id="524" name="Google Shape;52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850" y="466645"/>
            <a:ext cx="1112101" cy="20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