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49" r:id="rId7"/>
  </p:sldMasterIdLst>
  <p:sldIdLst>
    <p:sldId id="256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Master" Target="slideMasters/slideMaster2.xml"/><Relationship Id="rId8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5">
  <p:cSld name="CUSTOM_25">
    <p:bg>
      <p:bgPr>
        <a:solidFill>
          <a:srgbClr val="493691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8"/>
          <p:cNvSpPr txBox="1"/>
          <p:nvPr>
            <p:ph type="title"/>
          </p:nvPr>
        </p:nvSpPr>
        <p:spPr>
          <a:xfrm>
            <a:off x="379790" y="1883053"/>
            <a:ext cx="5225469" cy="30107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67"/>
              <a:buFont typeface="Montserrat SemiBold"/>
              <a:buNone/>
              <a:defRPr sz="4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00" name="Google Shape;100;p18"/>
          <p:cNvSpPr/>
          <p:nvPr/>
        </p:nvSpPr>
        <p:spPr>
          <a:xfrm>
            <a:off x="6108981" y="0"/>
            <a:ext cx="6082649" cy="6857828"/>
          </a:xfrm>
          <a:prstGeom prst="rect">
            <a:avLst/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198661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18"/>
          <p:cNvSpPr txBox="1"/>
          <p:nvPr>
            <p:ph idx="1" type="body"/>
          </p:nvPr>
        </p:nvSpPr>
        <p:spPr>
          <a:xfrm>
            <a:off x="369989" y="371791"/>
            <a:ext cx="5110275" cy="1831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cxnSp>
        <p:nvCxnSpPr>
          <p:cNvPr id="102" name="Google Shape;102;p18"/>
          <p:cNvCxnSpPr/>
          <p:nvPr/>
        </p:nvCxnSpPr>
        <p:spPr>
          <a:xfrm rot="10800000">
            <a:off x="6113894" y="1770222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3" name="Google Shape;103;p18"/>
          <p:cNvCxnSpPr/>
          <p:nvPr/>
        </p:nvCxnSpPr>
        <p:spPr>
          <a:xfrm rot="10800000">
            <a:off x="6113894" y="2419557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4" name="Google Shape;104;p18"/>
          <p:cNvCxnSpPr/>
          <p:nvPr/>
        </p:nvCxnSpPr>
        <p:spPr>
          <a:xfrm rot="10800000">
            <a:off x="6113894" y="3068961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5" name="Google Shape;105;p18"/>
          <p:cNvCxnSpPr/>
          <p:nvPr/>
        </p:nvCxnSpPr>
        <p:spPr>
          <a:xfrm rot="10800000">
            <a:off x="6113894" y="3718360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6" name="Google Shape;106;p18"/>
          <p:cNvCxnSpPr/>
          <p:nvPr/>
        </p:nvCxnSpPr>
        <p:spPr>
          <a:xfrm rot="10800000">
            <a:off x="6113894" y="4367765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7" name="Google Shape;107;p18"/>
          <p:cNvCxnSpPr/>
          <p:nvPr/>
        </p:nvCxnSpPr>
        <p:spPr>
          <a:xfrm rot="10800000">
            <a:off x="6113894" y="5017097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8" name="Google Shape;108;p18"/>
          <p:cNvCxnSpPr/>
          <p:nvPr/>
        </p:nvCxnSpPr>
        <p:spPr>
          <a:xfrm rot="10800000">
            <a:off x="6113894" y="5666502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9" name="Google Shape;109;p18"/>
          <p:cNvCxnSpPr/>
          <p:nvPr/>
        </p:nvCxnSpPr>
        <p:spPr>
          <a:xfrm rot="10800000">
            <a:off x="6113894" y="6315802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0" name="Google Shape;110;p18"/>
          <p:cNvCxnSpPr/>
          <p:nvPr/>
        </p:nvCxnSpPr>
        <p:spPr>
          <a:xfrm rot="10800000">
            <a:off x="6113894" y="471415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1" name="Google Shape;111;p18"/>
          <p:cNvCxnSpPr/>
          <p:nvPr/>
        </p:nvCxnSpPr>
        <p:spPr>
          <a:xfrm rot="10800000">
            <a:off x="6113894" y="1120819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12" name="Google Shape;112;p18"/>
          <p:cNvGrpSpPr/>
          <p:nvPr/>
        </p:nvGrpSpPr>
        <p:grpSpPr>
          <a:xfrm>
            <a:off x="6115350" y="-136"/>
            <a:ext cx="5783159" cy="6857896"/>
            <a:chOff x="-1" y="0"/>
            <a:chExt cx="5783158" cy="6857894"/>
          </a:xfrm>
        </p:grpSpPr>
        <p:cxnSp>
          <p:nvCxnSpPr>
            <p:cNvPr id="113" name="Google Shape;113;p18"/>
            <p:cNvCxnSpPr/>
            <p:nvPr/>
          </p:nvCxnSpPr>
          <p:spPr>
            <a:xfrm flipH="1">
              <a:off x="-1" y="0"/>
              <a:ext cx="3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4" name="Google Shape;114;p18"/>
            <p:cNvCxnSpPr/>
            <p:nvPr/>
          </p:nvCxnSpPr>
          <p:spPr>
            <a:xfrm flipH="1">
              <a:off x="642536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5" name="Google Shape;115;p18"/>
            <p:cNvCxnSpPr/>
            <p:nvPr/>
          </p:nvCxnSpPr>
          <p:spPr>
            <a:xfrm flipH="1">
              <a:off x="1285073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6" name="Google Shape;116;p18"/>
            <p:cNvCxnSpPr/>
            <p:nvPr/>
          </p:nvCxnSpPr>
          <p:spPr>
            <a:xfrm flipH="1">
              <a:off x="1927610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7" name="Google Shape;117;p18"/>
            <p:cNvCxnSpPr/>
            <p:nvPr/>
          </p:nvCxnSpPr>
          <p:spPr>
            <a:xfrm flipH="1">
              <a:off x="2570146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8" name="Google Shape;118;p18"/>
            <p:cNvCxnSpPr/>
            <p:nvPr/>
          </p:nvCxnSpPr>
          <p:spPr>
            <a:xfrm flipH="1">
              <a:off x="3212684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9" name="Google Shape;119;p18"/>
            <p:cNvCxnSpPr/>
            <p:nvPr/>
          </p:nvCxnSpPr>
          <p:spPr>
            <a:xfrm flipH="1">
              <a:off x="3855328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0" name="Google Shape;120;p18"/>
            <p:cNvCxnSpPr/>
            <p:nvPr/>
          </p:nvCxnSpPr>
          <p:spPr>
            <a:xfrm flipH="1">
              <a:off x="4497863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1" name="Google Shape;121;p18"/>
            <p:cNvCxnSpPr/>
            <p:nvPr/>
          </p:nvCxnSpPr>
          <p:spPr>
            <a:xfrm flipH="1">
              <a:off x="5140522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2" name="Google Shape;122;p18"/>
            <p:cNvCxnSpPr/>
            <p:nvPr/>
          </p:nvCxnSpPr>
          <p:spPr>
            <a:xfrm flipH="1">
              <a:off x="5783155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123" name="Google Shape;123;p18"/>
          <p:cNvSpPr txBox="1"/>
          <p:nvPr>
            <p:ph idx="12" type="sldNum"/>
          </p:nvPr>
        </p:nvSpPr>
        <p:spPr>
          <a:xfrm>
            <a:off x="5892653" y="6169928"/>
            <a:ext cx="2844729" cy="372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5" type="tx">
  <p:cSld name="TITLE_AND_BODY">
    <p:bg>
      <p:bgPr>
        <a:solidFill>
          <a:srgbClr val="49369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title"/>
          </p:nvPr>
        </p:nvSpPr>
        <p:spPr>
          <a:xfrm>
            <a:off x="379790" y="1883053"/>
            <a:ext cx="5225469" cy="30107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67"/>
              <a:buFont typeface="Montserrat SemiBold"/>
              <a:buNone/>
              <a:defRPr sz="4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56" name="Google Shape;56;p14"/>
          <p:cNvSpPr/>
          <p:nvPr/>
        </p:nvSpPr>
        <p:spPr>
          <a:xfrm>
            <a:off x="6108981" y="0"/>
            <a:ext cx="6082649" cy="6857828"/>
          </a:xfrm>
          <a:prstGeom prst="rect">
            <a:avLst/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198661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14"/>
          <p:cNvSpPr txBox="1"/>
          <p:nvPr>
            <p:ph idx="1" type="body"/>
          </p:nvPr>
        </p:nvSpPr>
        <p:spPr>
          <a:xfrm>
            <a:off x="369989" y="371791"/>
            <a:ext cx="5110275" cy="1831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cxnSp>
        <p:nvCxnSpPr>
          <p:cNvPr id="58" name="Google Shape;58;p14"/>
          <p:cNvCxnSpPr/>
          <p:nvPr/>
        </p:nvCxnSpPr>
        <p:spPr>
          <a:xfrm rot="10800000">
            <a:off x="6113894" y="1770222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" name="Google Shape;59;p14"/>
          <p:cNvCxnSpPr/>
          <p:nvPr/>
        </p:nvCxnSpPr>
        <p:spPr>
          <a:xfrm rot="10800000">
            <a:off x="6113894" y="2419557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" name="Google Shape;60;p14"/>
          <p:cNvCxnSpPr/>
          <p:nvPr/>
        </p:nvCxnSpPr>
        <p:spPr>
          <a:xfrm rot="10800000">
            <a:off x="6113894" y="3068961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1" name="Google Shape;61;p14"/>
          <p:cNvCxnSpPr/>
          <p:nvPr/>
        </p:nvCxnSpPr>
        <p:spPr>
          <a:xfrm rot="10800000">
            <a:off x="6113894" y="3718360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" name="Google Shape;62;p14"/>
          <p:cNvCxnSpPr/>
          <p:nvPr/>
        </p:nvCxnSpPr>
        <p:spPr>
          <a:xfrm rot="10800000">
            <a:off x="6113894" y="4367765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" name="Google Shape;63;p14"/>
          <p:cNvCxnSpPr/>
          <p:nvPr/>
        </p:nvCxnSpPr>
        <p:spPr>
          <a:xfrm rot="10800000">
            <a:off x="6113894" y="5017097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" name="Google Shape;64;p14"/>
          <p:cNvCxnSpPr/>
          <p:nvPr/>
        </p:nvCxnSpPr>
        <p:spPr>
          <a:xfrm rot="10800000">
            <a:off x="6113894" y="5666502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" name="Google Shape;65;p14"/>
          <p:cNvCxnSpPr/>
          <p:nvPr/>
        </p:nvCxnSpPr>
        <p:spPr>
          <a:xfrm rot="10800000">
            <a:off x="6113894" y="6315802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" name="Google Shape;66;p14"/>
          <p:cNvCxnSpPr/>
          <p:nvPr/>
        </p:nvCxnSpPr>
        <p:spPr>
          <a:xfrm rot="10800000">
            <a:off x="6113894" y="471415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" name="Google Shape;67;p14"/>
          <p:cNvCxnSpPr/>
          <p:nvPr/>
        </p:nvCxnSpPr>
        <p:spPr>
          <a:xfrm rot="10800000">
            <a:off x="6113894" y="1120819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" name="Google Shape;68;p14"/>
          <p:cNvGrpSpPr/>
          <p:nvPr/>
        </p:nvGrpSpPr>
        <p:grpSpPr>
          <a:xfrm>
            <a:off x="6115350" y="-136"/>
            <a:ext cx="5783159" cy="6857896"/>
            <a:chOff x="-1" y="0"/>
            <a:chExt cx="5783158" cy="6857894"/>
          </a:xfrm>
        </p:grpSpPr>
        <p:cxnSp>
          <p:nvCxnSpPr>
            <p:cNvPr id="69" name="Google Shape;69;p14"/>
            <p:cNvCxnSpPr/>
            <p:nvPr/>
          </p:nvCxnSpPr>
          <p:spPr>
            <a:xfrm flipH="1">
              <a:off x="-1" y="0"/>
              <a:ext cx="3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0" name="Google Shape;70;p14"/>
            <p:cNvCxnSpPr/>
            <p:nvPr/>
          </p:nvCxnSpPr>
          <p:spPr>
            <a:xfrm flipH="1">
              <a:off x="642536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1" name="Google Shape;71;p14"/>
            <p:cNvCxnSpPr/>
            <p:nvPr/>
          </p:nvCxnSpPr>
          <p:spPr>
            <a:xfrm flipH="1">
              <a:off x="1285073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2" name="Google Shape;72;p14"/>
            <p:cNvCxnSpPr/>
            <p:nvPr/>
          </p:nvCxnSpPr>
          <p:spPr>
            <a:xfrm flipH="1">
              <a:off x="1927610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3" name="Google Shape;73;p14"/>
            <p:cNvCxnSpPr/>
            <p:nvPr/>
          </p:nvCxnSpPr>
          <p:spPr>
            <a:xfrm flipH="1">
              <a:off x="2570146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4" name="Google Shape;74;p14"/>
            <p:cNvCxnSpPr/>
            <p:nvPr/>
          </p:nvCxnSpPr>
          <p:spPr>
            <a:xfrm flipH="1">
              <a:off x="3212684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5" name="Google Shape;75;p14"/>
            <p:cNvCxnSpPr/>
            <p:nvPr/>
          </p:nvCxnSpPr>
          <p:spPr>
            <a:xfrm flipH="1">
              <a:off x="3855328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6" name="Google Shape;76;p14"/>
            <p:cNvCxnSpPr/>
            <p:nvPr/>
          </p:nvCxnSpPr>
          <p:spPr>
            <a:xfrm flipH="1">
              <a:off x="4497863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7" name="Google Shape;77;p14"/>
            <p:cNvCxnSpPr/>
            <p:nvPr/>
          </p:nvCxnSpPr>
          <p:spPr>
            <a:xfrm flipH="1">
              <a:off x="5140522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8" name="Google Shape;78;p14"/>
            <p:cNvCxnSpPr/>
            <p:nvPr/>
          </p:nvCxnSpPr>
          <p:spPr>
            <a:xfrm flipH="1">
              <a:off x="5783155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79" name="Google Shape;79;p14"/>
          <p:cNvSpPr txBox="1"/>
          <p:nvPr>
            <p:ph idx="12" type="sldNum"/>
          </p:nvPr>
        </p:nvSpPr>
        <p:spPr>
          <a:xfrm>
            <a:off x="5892653" y="6169928"/>
            <a:ext cx="2844729" cy="372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1">
  <p:cSld name="CUSTOM_11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3"/>
          <p:cNvSpPr/>
          <p:nvPr>
            <p:ph idx="2" type="pic"/>
          </p:nvPr>
        </p:nvSpPr>
        <p:spPr>
          <a:xfrm>
            <a:off x="369989" y="979441"/>
            <a:ext cx="1845155" cy="2213546"/>
          </a:xfrm>
          <a:prstGeom prst="rect">
            <a:avLst/>
          </a:prstGeom>
          <a:noFill/>
          <a:ln>
            <a:noFill/>
          </a:ln>
        </p:spPr>
      </p:sp>
      <p:sp>
        <p:nvSpPr>
          <p:cNvPr id="179" name="Google Shape;179;p23"/>
          <p:cNvSpPr/>
          <p:nvPr>
            <p:ph idx="3" type="pic"/>
          </p:nvPr>
        </p:nvSpPr>
        <p:spPr>
          <a:xfrm>
            <a:off x="369989" y="3361481"/>
            <a:ext cx="1845155" cy="2505540"/>
          </a:xfrm>
          <a:prstGeom prst="rect">
            <a:avLst/>
          </a:prstGeom>
          <a:noFill/>
          <a:ln>
            <a:noFill/>
          </a:ln>
        </p:spPr>
      </p:sp>
      <p:sp>
        <p:nvSpPr>
          <p:cNvPr id="180" name="Google Shape;180;p23"/>
          <p:cNvSpPr/>
          <p:nvPr>
            <p:ph idx="4" type="pic"/>
          </p:nvPr>
        </p:nvSpPr>
        <p:spPr>
          <a:xfrm>
            <a:off x="2490115" y="1134505"/>
            <a:ext cx="3452315" cy="4577485"/>
          </a:xfrm>
          <a:prstGeom prst="rect">
            <a:avLst/>
          </a:prstGeom>
          <a:noFill/>
          <a:ln>
            <a:noFill/>
          </a:ln>
        </p:spPr>
      </p:sp>
      <p:sp>
        <p:nvSpPr>
          <p:cNvPr id="181" name="Google Shape;181;p23"/>
          <p:cNvSpPr txBox="1"/>
          <p:nvPr>
            <p:ph type="title"/>
          </p:nvPr>
        </p:nvSpPr>
        <p:spPr>
          <a:xfrm>
            <a:off x="7704039" y="2400939"/>
            <a:ext cx="3760707" cy="1364767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Montserrat"/>
              <a:buNone/>
              <a:defRPr b="1" sz="24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82" name="Google Shape;182;p23"/>
          <p:cNvSpPr txBox="1"/>
          <p:nvPr>
            <p:ph idx="1" type="body"/>
          </p:nvPr>
        </p:nvSpPr>
        <p:spPr>
          <a:xfrm>
            <a:off x="369989" y="371791"/>
            <a:ext cx="5110275" cy="1831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25;p10" id="183" name="Google Shape;183;p23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23"/>
          <p:cNvSpPr txBox="1"/>
          <p:nvPr>
            <p:ph idx="12" type="sldNum"/>
          </p:nvPr>
        </p:nvSpPr>
        <p:spPr>
          <a:xfrm>
            <a:off x="11652438" y="6343529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2">
  <p:cSld name="CUSTOM_12">
    <p:bg>
      <p:bgPr>
        <a:solidFill>
          <a:schemeClr val="accent2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4"/>
          <p:cNvSpPr txBox="1"/>
          <p:nvPr>
            <p:ph type="title"/>
          </p:nvPr>
        </p:nvSpPr>
        <p:spPr>
          <a:xfrm>
            <a:off x="369989" y="554985"/>
            <a:ext cx="11451715" cy="11799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87" name="Google Shape;187;p24"/>
          <p:cNvSpPr txBox="1"/>
          <p:nvPr>
            <p:ph idx="1" type="body"/>
          </p:nvPr>
        </p:nvSpPr>
        <p:spPr>
          <a:xfrm>
            <a:off x="6095847" y="3428914"/>
            <a:ext cx="4779882" cy="14639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●"/>
              <a:defRPr>
                <a:solidFill>
                  <a:srgbClr val="493691"/>
                </a:solidFill>
              </a:defRPr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○"/>
              <a:defRPr>
                <a:solidFill>
                  <a:srgbClr val="493691"/>
                </a:solidFill>
              </a:defRPr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■"/>
              <a:defRPr>
                <a:solidFill>
                  <a:srgbClr val="493691"/>
                </a:solidFill>
              </a:defRPr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●"/>
              <a:defRPr>
                <a:solidFill>
                  <a:srgbClr val="493691"/>
                </a:solidFill>
              </a:defRPr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○"/>
              <a:defRPr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88" name="Google Shape;188;p24"/>
          <p:cNvSpPr txBox="1"/>
          <p:nvPr>
            <p:ph idx="2" type="body"/>
          </p:nvPr>
        </p:nvSpPr>
        <p:spPr>
          <a:xfrm>
            <a:off x="369989" y="3428902"/>
            <a:ext cx="4779883" cy="14639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2.pngGoogle Shape;132;p11" id="189" name="Google Shape;189;p24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10648199" y="273526"/>
            <a:ext cx="1184038" cy="337125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24"/>
          <p:cNvSpPr txBox="1"/>
          <p:nvPr>
            <p:ph idx="12" type="sldNum"/>
          </p:nvPr>
        </p:nvSpPr>
        <p:spPr>
          <a:xfrm>
            <a:off x="11652438" y="6343529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2_1">
  <p:cSld name="CUSTOM_12_1">
    <p:bg>
      <p:bgPr>
        <a:solidFill>
          <a:schemeClr val="accent2"/>
        </a:solidFill>
      </p:bgPr>
    </p:bg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5"/>
          <p:cNvSpPr txBox="1"/>
          <p:nvPr>
            <p:ph type="title"/>
          </p:nvPr>
        </p:nvSpPr>
        <p:spPr>
          <a:xfrm>
            <a:off x="369989" y="554985"/>
            <a:ext cx="4841082" cy="11799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93" name="Google Shape;193;p25"/>
          <p:cNvSpPr txBox="1"/>
          <p:nvPr>
            <p:ph idx="1" type="body"/>
          </p:nvPr>
        </p:nvSpPr>
        <p:spPr>
          <a:xfrm>
            <a:off x="6452739" y="1120571"/>
            <a:ext cx="5011876" cy="9923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857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●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857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○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-2857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■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-2857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●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-2857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○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2.pngGoogle Shape;140;p12" id="194" name="Google Shape;194;p25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10648199" y="273526"/>
            <a:ext cx="1184038" cy="3371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heck.pngGoogle Shape;141;p12" id="195" name="Google Shape;195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48" y="813845"/>
            <a:ext cx="255995" cy="255996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25"/>
          <p:cNvSpPr txBox="1"/>
          <p:nvPr>
            <p:ph idx="2" type="body"/>
          </p:nvPr>
        </p:nvSpPr>
        <p:spPr>
          <a:xfrm>
            <a:off x="6452739" y="2461070"/>
            <a:ext cx="5011876" cy="9923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check.pngGoogle Shape;144;p12" id="197" name="Google Shape;19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48" y="2154346"/>
            <a:ext cx="255995" cy="255995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25"/>
          <p:cNvSpPr txBox="1"/>
          <p:nvPr>
            <p:ph idx="3" type="body"/>
          </p:nvPr>
        </p:nvSpPr>
        <p:spPr>
          <a:xfrm>
            <a:off x="6452739" y="3801570"/>
            <a:ext cx="5011876" cy="9923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check.pngGoogle Shape;147;p12" id="199" name="Google Shape;199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48" y="3494846"/>
            <a:ext cx="255995" cy="255995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25"/>
          <p:cNvSpPr txBox="1"/>
          <p:nvPr>
            <p:ph idx="4" type="body"/>
          </p:nvPr>
        </p:nvSpPr>
        <p:spPr>
          <a:xfrm>
            <a:off x="6452739" y="5153004"/>
            <a:ext cx="5011876" cy="9923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check.pngGoogle Shape;150;p12" id="201" name="Google Shape;20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48" y="4846277"/>
            <a:ext cx="255995" cy="25599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2" name="Google Shape;202;p25"/>
          <p:cNvCxnSpPr/>
          <p:nvPr/>
        </p:nvCxnSpPr>
        <p:spPr>
          <a:xfrm flipH="1">
            <a:off x="5703924" y="383190"/>
            <a:ext cx="1" cy="6097849"/>
          </a:xfrm>
          <a:prstGeom prst="straightConnector1">
            <a:avLst/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3" name="Google Shape;203;p25"/>
          <p:cNvSpPr txBox="1"/>
          <p:nvPr>
            <p:ph idx="5" type="body"/>
          </p:nvPr>
        </p:nvSpPr>
        <p:spPr>
          <a:xfrm>
            <a:off x="369989" y="1415785"/>
            <a:ext cx="4571488" cy="26823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04" name="Google Shape;204;p25"/>
          <p:cNvSpPr txBox="1"/>
          <p:nvPr>
            <p:ph idx="12" type="sldNum"/>
          </p:nvPr>
        </p:nvSpPr>
        <p:spPr>
          <a:xfrm>
            <a:off x="11652438" y="6343529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3">
  <p:cSld name="CUSTOM_13"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6"/>
          <p:cNvSpPr txBox="1"/>
          <p:nvPr/>
        </p:nvSpPr>
        <p:spPr>
          <a:xfrm>
            <a:off x="369989" y="2579837"/>
            <a:ext cx="1106775" cy="1530696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400"/>
              <a:buFont typeface="Work Sans"/>
              <a:buNone/>
            </a:pPr>
            <a:r>
              <a:rPr b="1" i="0" lang="en" sz="8400" u="none" cap="none" strike="noStrike">
                <a:solidFill>
                  <a:srgbClr val="493691"/>
                </a:solidFill>
                <a:latin typeface="Work Sans"/>
                <a:ea typeface="Work Sans"/>
                <a:cs typeface="Work Sans"/>
                <a:sym typeface="Work Sans"/>
              </a:rPr>
              <a:t>“</a:t>
            </a:r>
            <a:endParaRPr/>
          </a:p>
        </p:txBody>
      </p:sp>
      <p:sp>
        <p:nvSpPr>
          <p:cNvPr id="207" name="Google Shape;207;p26"/>
          <p:cNvSpPr txBox="1"/>
          <p:nvPr>
            <p:ph type="title"/>
          </p:nvPr>
        </p:nvSpPr>
        <p:spPr>
          <a:xfrm>
            <a:off x="369989" y="554985"/>
            <a:ext cx="11451715" cy="11799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08" name="Google Shape;208;p26"/>
          <p:cNvSpPr txBox="1"/>
          <p:nvPr>
            <p:ph idx="1" type="body"/>
          </p:nvPr>
        </p:nvSpPr>
        <p:spPr>
          <a:xfrm>
            <a:off x="726948" y="4963874"/>
            <a:ext cx="4733882" cy="142236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09" name="Google Shape;209;p26"/>
          <p:cNvSpPr txBox="1"/>
          <p:nvPr>
            <p:ph idx="2" type="body"/>
          </p:nvPr>
        </p:nvSpPr>
        <p:spPr>
          <a:xfrm>
            <a:off x="726948" y="3087021"/>
            <a:ext cx="4733883" cy="14639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10" name="Google Shape;210;p26"/>
          <p:cNvSpPr txBox="1"/>
          <p:nvPr/>
        </p:nvSpPr>
        <p:spPr>
          <a:xfrm>
            <a:off x="5745580" y="2579837"/>
            <a:ext cx="1106774" cy="1530696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400"/>
              <a:buFont typeface="Work Sans"/>
              <a:buNone/>
            </a:pPr>
            <a:r>
              <a:rPr b="1" i="0" lang="en" sz="8400" u="none" cap="none" strike="noStrike">
                <a:solidFill>
                  <a:srgbClr val="493691"/>
                </a:solidFill>
                <a:latin typeface="Work Sans"/>
                <a:ea typeface="Work Sans"/>
                <a:cs typeface="Work Sans"/>
                <a:sym typeface="Work Sans"/>
              </a:rPr>
              <a:t>“</a:t>
            </a:r>
            <a:endParaRPr/>
          </a:p>
        </p:txBody>
      </p:sp>
      <p:sp>
        <p:nvSpPr>
          <p:cNvPr id="211" name="Google Shape;211;p26"/>
          <p:cNvSpPr txBox="1"/>
          <p:nvPr>
            <p:ph idx="3" type="body"/>
          </p:nvPr>
        </p:nvSpPr>
        <p:spPr>
          <a:xfrm>
            <a:off x="6102537" y="3087021"/>
            <a:ext cx="4733883" cy="14639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64;p13" id="212" name="Google Shape;212;p26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6"/>
          <p:cNvSpPr txBox="1"/>
          <p:nvPr>
            <p:ph idx="12" type="sldNum"/>
          </p:nvPr>
        </p:nvSpPr>
        <p:spPr>
          <a:xfrm>
            <a:off x="11652438" y="6343529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5">
  <p:cSld name="CUSTOM_15"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27"/>
          <p:cNvSpPr txBox="1"/>
          <p:nvPr>
            <p:ph type="title"/>
          </p:nvPr>
        </p:nvSpPr>
        <p:spPr>
          <a:xfrm>
            <a:off x="7095722" y="674783"/>
            <a:ext cx="4725883" cy="7723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67"/>
              <a:buFont typeface="Montserrat SemiBold"/>
              <a:buNone/>
              <a:defRPr sz="2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16" name="Google Shape;216;p27"/>
          <p:cNvSpPr/>
          <p:nvPr>
            <p:ph idx="2" type="pic"/>
          </p:nvPr>
        </p:nvSpPr>
        <p:spPr>
          <a:xfrm>
            <a:off x="6095847" y="702416"/>
            <a:ext cx="5369066" cy="5777455"/>
          </a:xfrm>
          <a:prstGeom prst="rect">
            <a:avLst/>
          </a:prstGeom>
          <a:noFill/>
          <a:ln>
            <a:noFill/>
          </a:ln>
        </p:spPr>
      </p:sp>
      <p:sp>
        <p:nvSpPr>
          <p:cNvPr id="217" name="Google Shape;217;p27"/>
          <p:cNvSpPr txBox="1"/>
          <p:nvPr>
            <p:ph idx="1" type="body"/>
          </p:nvPr>
        </p:nvSpPr>
        <p:spPr>
          <a:xfrm>
            <a:off x="369989" y="371791"/>
            <a:ext cx="5110275" cy="1831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69;p14" id="218" name="Google Shape;218;p27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27"/>
          <p:cNvSpPr txBox="1"/>
          <p:nvPr>
            <p:ph idx="12" type="sldNum"/>
          </p:nvPr>
        </p:nvSpPr>
        <p:spPr>
          <a:xfrm>
            <a:off x="11652438" y="6343529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7_1">
  <p:cSld name="CUSTOM_17_1"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28"/>
          <p:cNvSpPr txBox="1"/>
          <p:nvPr>
            <p:ph idx="1" type="body"/>
          </p:nvPr>
        </p:nvSpPr>
        <p:spPr>
          <a:xfrm>
            <a:off x="369989" y="4432758"/>
            <a:ext cx="2345543" cy="386792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22" name="Google Shape;222;p28"/>
          <p:cNvSpPr/>
          <p:nvPr>
            <p:ph idx="2" type="pic"/>
          </p:nvPr>
        </p:nvSpPr>
        <p:spPr>
          <a:xfrm>
            <a:off x="385456" y="1782329"/>
            <a:ext cx="2334744" cy="2363940"/>
          </a:xfrm>
          <a:prstGeom prst="rect">
            <a:avLst/>
          </a:prstGeom>
          <a:noFill/>
          <a:ln>
            <a:noFill/>
          </a:ln>
        </p:spPr>
      </p:sp>
      <p:sp>
        <p:nvSpPr>
          <p:cNvPr id="223" name="Google Shape;223;p28"/>
          <p:cNvSpPr/>
          <p:nvPr>
            <p:ph idx="3" type="pic"/>
          </p:nvPr>
        </p:nvSpPr>
        <p:spPr>
          <a:xfrm>
            <a:off x="2890178" y="1782329"/>
            <a:ext cx="2334743" cy="2363940"/>
          </a:xfrm>
          <a:prstGeom prst="rect">
            <a:avLst/>
          </a:prstGeom>
          <a:noFill/>
          <a:ln>
            <a:noFill/>
          </a:ln>
        </p:spPr>
      </p:sp>
      <p:sp>
        <p:nvSpPr>
          <p:cNvPr id="224" name="Google Shape;224;p28"/>
          <p:cNvSpPr/>
          <p:nvPr>
            <p:ph idx="4" type="pic"/>
          </p:nvPr>
        </p:nvSpPr>
        <p:spPr>
          <a:xfrm>
            <a:off x="5394898" y="1782329"/>
            <a:ext cx="2334743" cy="2363940"/>
          </a:xfrm>
          <a:prstGeom prst="rect">
            <a:avLst/>
          </a:prstGeom>
          <a:noFill/>
          <a:ln>
            <a:noFill/>
          </a:ln>
        </p:spPr>
      </p:sp>
      <p:sp>
        <p:nvSpPr>
          <p:cNvPr id="225" name="Google Shape;225;p28"/>
          <p:cNvSpPr/>
          <p:nvPr>
            <p:ph idx="5" type="pic"/>
          </p:nvPr>
        </p:nvSpPr>
        <p:spPr>
          <a:xfrm>
            <a:off x="7883420" y="1782329"/>
            <a:ext cx="2334743" cy="2363940"/>
          </a:xfrm>
          <a:prstGeom prst="rect">
            <a:avLst/>
          </a:prstGeom>
          <a:noFill/>
          <a:ln>
            <a:noFill/>
          </a:ln>
        </p:spPr>
      </p:sp>
      <p:sp>
        <p:nvSpPr>
          <p:cNvPr id="226" name="Google Shape;226;p28"/>
          <p:cNvSpPr txBox="1"/>
          <p:nvPr>
            <p:ph idx="6" type="body"/>
          </p:nvPr>
        </p:nvSpPr>
        <p:spPr>
          <a:xfrm>
            <a:off x="369989" y="4880001"/>
            <a:ext cx="2345543" cy="664785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27" name="Google Shape;227;p28"/>
          <p:cNvSpPr txBox="1"/>
          <p:nvPr>
            <p:ph idx="7" type="body"/>
          </p:nvPr>
        </p:nvSpPr>
        <p:spPr>
          <a:xfrm>
            <a:off x="2884778" y="4880001"/>
            <a:ext cx="2345543" cy="664785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28" name="Google Shape;228;p28"/>
          <p:cNvSpPr txBox="1"/>
          <p:nvPr>
            <p:ph idx="8" type="body"/>
          </p:nvPr>
        </p:nvSpPr>
        <p:spPr>
          <a:xfrm>
            <a:off x="5399566" y="4880001"/>
            <a:ext cx="2345543" cy="664785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29" name="Google Shape;229;p28"/>
          <p:cNvSpPr txBox="1"/>
          <p:nvPr>
            <p:ph idx="9" type="body"/>
          </p:nvPr>
        </p:nvSpPr>
        <p:spPr>
          <a:xfrm>
            <a:off x="7866621" y="4880001"/>
            <a:ext cx="2345543" cy="664785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30" name="Google Shape;230;p28"/>
          <p:cNvSpPr txBox="1"/>
          <p:nvPr>
            <p:ph type="title"/>
          </p:nvPr>
        </p:nvSpPr>
        <p:spPr>
          <a:xfrm>
            <a:off x="369989" y="554985"/>
            <a:ext cx="11451715" cy="11799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-white.pngGoogle Shape;187;p15" id="231" name="Google Shape;231;p28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28"/>
          <p:cNvSpPr txBox="1"/>
          <p:nvPr>
            <p:ph idx="12" type="sldNum"/>
          </p:nvPr>
        </p:nvSpPr>
        <p:spPr>
          <a:xfrm>
            <a:off x="11652438" y="6343529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9"/>
          <p:cNvSpPr/>
          <p:nvPr>
            <p:ph idx="2" type="pic"/>
          </p:nvPr>
        </p:nvSpPr>
        <p:spPr>
          <a:xfrm>
            <a:off x="369989" y="1560526"/>
            <a:ext cx="11451715" cy="4919478"/>
          </a:xfrm>
          <a:prstGeom prst="rect">
            <a:avLst/>
          </a:prstGeom>
          <a:noFill/>
          <a:ln>
            <a:noFill/>
          </a:ln>
        </p:spPr>
      </p:sp>
      <p:sp>
        <p:nvSpPr>
          <p:cNvPr id="235" name="Google Shape;235;p29"/>
          <p:cNvSpPr txBox="1"/>
          <p:nvPr>
            <p:ph type="title"/>
          </p:nvPr>
        </p:nvSpPr>
        <p:spPr>
          <a:xfrm>
            <a:off x="726948" y="369989"/>
            <a:ext cx="10737731" cy="79598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36" name="Google Shape;236;p29"/>
          <p:cNvSpPr txBox="1"/>
          <p:nvPr>
            <p:ph idx="12" type="sldNum"/>
          </p:nvPr>
        </p:nvSpPr>
        <p:spPr>
          <a:xfrm>
            <a:off x="5892653" y="6169928"/>
            <a:ext cx="2844729" cy="372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_1_1">
  <p:cSld name="CUSTOM_21_1_1_1_1">
    <p:bg>
      <p:bgPr>
        <a:solidFill>
          <a:srgbClr val="493691"/>
        </a:solidFill>
      </p:bgPr>
    </p:bg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30"/>
          <p:cNvSpPr/>
          <p:nvPr/>
        </p:nvSpPr>
        <p:spPr>
          <a:xfrm>
            <a:off x="218060" y="205262"/>
            <a:ext cx="11737708" cy="6426639"/>
          </a:xfrm>
          <a:prstGeom prst="roundRect">
            <a:avLst>
              <a:gd fmla="val 1636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30"/>
          <p:cNvSpPr txBox="1"/>
          <p:nvPr>
            <p:ph type="title"/>
          </p:nvPr>
        </p:nvSpPr>
        <p:spPr>
          <a:xfrm>
            <a:off x="609585" y="544516"/>
            <a:ext cx="10855328" cy="6923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40" name="Google Shape;240;p30"/>
          <p:cNvSpPr/>
          <p:nvPr/>
        </p:nvSpPr>
        <p:spPr>
          <a:xfrm>
            <a:off x="10110579" y="6325275"/>
            <a:ext cx="2081149" cy="532788"/>
          </a:xfrm>
          <a:prstGeom prst="roundRect">
            <a:avLst>
              <a:gd fmla="val 16667" name="adj"/>
            </a:avLst>
          </a:prstGeom>
          <a:solidFill>
            <a:srgbClr val="49369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30"/>
          <p:cNvSpPr txBox="1"/>
          <p:nvPr>
            <p:ph idx="1" type="body"/>
          </p:nvPr>
        </p:nvSpPr>
        <p:spPr>
          <a:xfrm>
            <a:off x="609585" y="1237034"/>
            <a:ext cx="5110273" cy="2559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97;p17" id="242" name="Google Shape;242;p30"/>
          <p:cNvPicPr preferRelativeResize="0"/>
          <p:nvPr/>
        </p:nvPicPr>
        <p:blipFill rotWithShape="1">
          <a:blip r:embed="rId2">
            <a:alphaModFix/>
          </a:blip>
          <a:srcRect b="0" l="17014" r="0" t="0"/>
          <a:stretch/>
        </p:blipFill>
        <p:spPr>
          <a:xfrm>
            <a:off x="10348829" y="6426454"/>
            <a:ext cx="1136556" cy="255982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30"/>
          <p:cNvSpPr txBox="1"/>
          <p:nvPr>
            <p:ph idx="2" type="body"/>
          </p:nvPr>
        </p:nvSpPr>
        <p:spPr>
          <a:xfrm>
            <a:off x="609585" y="2203010"/>
            <a:ext cx="5486663" cy="2630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44" name="Google Shape;244;p30"/>
          <p:cNvSpPr txBox="1"/>
          <p:nvPr>
            <p:ph idx="12" type="sldNum"/>
          </p:nvPr>
        </p:nvSpPr>
        <p:spPr>
          <a:xfrm>
            <a:off x="11767890" y="6471821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ference A">
  <p:cSld name="Conference A">
    <p:bg>
      <p:bgPr>
        <a:solidFill>
          <a:srgbClr val="493691"/>
        </a:solidFill>
      </p:bgPr>
    </p:bg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/>
          <p:cNvSpPr/>
          <p:nvPr/>
        </p:nvSpPr>
        <p:spPr>
          <a:xfrm>
            <a:off x="218061" y="205262"/>
            <a:ext cx="11737708" cy="6426641"/>
          </a:xfrm>
          <a:prstGeom prst="roundRect">
            <a:avLst>
              <a:gd fmla="val 1636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45699" lIns="45699" spcFirstLastPara="1" rIns="45699" wrap="square" tIns="45699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31"/>
          <p:cNvSpPr txBox="1"/>
          <p:nvPr>
            <p:ph type="title"/>
          </p:nvPr>
        </p:nvSpPr>
        <p:spPr>
          <a:xfrm>
            <a:off x="609585" y="544514"/>
            <a:ext cx="10855328" cy="6923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48" name="Google Shape;248;p31"/>
          <p:cNvSpPr/>
          <p:nvPr/>
        </p:nvSpPr>
        <p:spPr>
          <a:xfrm>
            <a:off x="10110579" y="6325274"/>
            <a:ext cx="2081149" cy="532788"/>
          </a:xfrm>
          <a:prstGeom prst="roundRect">
            <a:avLst>
              <a:gd fmla="val 16667" name="adj"/>
            </a:avLst>
          </a:prstGeom>
          <a:solidFill>
            <a:srgbClr val="493691"/>
          </a:solidFill>
          <a:ln>
            <a:noFill/>
          </a:ln>
        </p:spPr>
        <p:txBody>
          <a:bodyPr anchorCtr="0" anchor="ctr" bIns="45699" lIns="45699" spcFirstLastPara="1" rIns="45699" wrap="square" tIns="45699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31"/>
          <p:cNvSpPr txBox="1"/>
          <p:nvPr>
            <p:ph idx="1" type="body"/>
          </p:nvPr>
        </p:nvSpPr>
        <p:spPr>
          <a:xfrm>
            <a:off x="609585" y="1237036"/>
            <a:ext cx="5110273" cy="2559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97;p17" id="250" name="Google Shape;250;p31"/>
          <p:cNvPicPr preferRelativeResize="0"/>
          <p:nvPr/>
        </p:nvPicPr>
        <p:blipFill rotWithShape="1">
          <a:blip r:embed="rId2">
            <a:alphaModFix/>
          </a:blip>
          <a:srcRect b="0" l="17013" r="0" t="0"/>
          <a:stretch/>
        </p:blipFill>
        <p:spPr>
          <a:xfrm>
            <a:off x="10348828" y="6426455"/>
            <a:ext cx="1136569" cy="25598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31"/>
          <p:cNvSpPr txBox="1"/>
          <p:nvPr>
            <p:ph idx="2" type="body"/>
          </p:nvPr>
        </p:nvSpPr>
        <p:spPr>
          <a:xfrm>
            <a:off x="609585" y="2203012"/>
            <a:ext cx="5486663" cy="26307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52" name="Google Shape;252;p31"/>
          <p:cNvSpPr txBox="1"/>
          <p:nvPr>
            <p:ph idx="12" type="sldNum"/>
          </p:nvPr>
        </p:nvSpPr>
        <p:spPr>
          <a:xfrm>
            <a:off x="11767890" y="6471821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798" lvl="0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798" lvl="1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798" lvl="2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798" lvl="3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798" lvl="4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798" lvl="5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798" lvl="6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798" lvl="7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798" lvl="8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798" lvl="0" marL="50798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rgbClr val="FFFFFF"/>
        </a:solidFill>
      </p:bgPr>
    </p:bg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2"/>
          <p:cNvSpPr txBox="1"/>
          <p:nvPr>
            <p:ph idx="12" type="sldNum"/>
          </p:nvPr>
        </p:nvSpPr>
        <p:spPr>
          <a:xfrm>
            <a:off x="11673899" y="6332976"/>
            <a:ext cx="466443" cy="453909"/>
          </a:xfrm>
          <a:prstGeom prst="rect">
            <a:avLst/>
          </a:prstGeom>
          <a:noFill/>
          <a:ln>
            <a:noFill/>
          </a:ln>
        </p:spPr>
        <p:txBody>
          <a:bodyPr anchorCtr="0" anchor="t" bIns="111731" lIns="111731" spcFirstLastPara="1" rIns="111731" wrap="square" tIns="111731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0" i="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_1">
  <p:cSld name="CUSTOM_21_1_1_1">
    <p:bg>
      <p:bgPr>
        <a:solidFill>
          <a:schemeClr val="accent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/>
          <p:cNvSpPr txBox="1"/>
          <p:nvPr>
            <p:ph type="title"/>
          </p:nvPr>
        </p:nvSpPr>
        <p:spPr>
          <a:xfrm>
            <a:off x="369989" y="554985"/>
            <a:ext cx="11451715" cy="11799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82" name="Google Shape;82;p15"/>
          <p:cNvSpPr txBox="1"/>
          <p:nvPr>
            <p:ph idx="1" type="body"/>
          </p:nvPr>
        </p:nvSpPr>
        <p:spPr>
          <a:xfrm>
            <a:off x="369989" y="371791"/>
            <a:ext cx="5110275" cy="1831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83" name="Google Shape;83;p15"/>
          <p:cNvSpPr txBox="1"/>
          <p:nvPr>
            <p:ph idx="12" type="sldNum"/>
          </p:nvPr>
        </p:nvSpPr>
        <p:spPr>
          <a:xfrm>
            <a:off x="11652438" y="6343529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">
  <p:cSld name="BLANK_1_1_1">
    <p:bg>
      <p:bgPr>
        <a:solidFill>
          <a:srgbClr val="493691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/>
          <p:nvPr/>
        </p:nvSpPr>
        <p:spPr>
          <a:xfrm>
            <a:off x="375889" y="368323"/>
            <a:ext cx="11451715" cy="6131848"/>
          </a:xfrm>
          <a:prstGeom prst="roundRect">
            <a:avLst>
              <a:gd fmla="val 2502" name="adj"/>
            </a:avLst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200038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6"/>
          <p:cNvSpPr txBox="1"/>
          <p:nvPr>
            <p:ph type="title"/>
          </p:nvPr>
        </p:nvSpPr>
        <p:spPr>
          <a:xfrm>
            <a:off x="3464545" y="4657317"/>
            <a:ext cx="7980203" cy="1326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333"/>
              <a:buFont typeface="Montserrat SemiBold"/>
              <a:buNone/>
              <a:defRPr sz="5333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87" name="Google Shape;87;p16"/>
          <p:cNvSpPr txBox="1"/>
          <p:nvPr>
            <p:ph idx="12" type="sldNum"/>
          </p:nvPr>
        </p:nvSpPr>
        <p:spPr>
          <a:xfrm>
            <a:off x="5892653" y="6169928"/>
            <a:ext cx="2844729" cy="372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4">
  <p:cSld name="CUSTOM_24">
    <p:bg>
      <p:bgPr>
        <a:solidFill>
          <a:schemeClr val="accent2"/>
        </a:solid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7"/>
          <p:cNvSpPr txBox="1"/>
          <p:nvPr>
            <p:ph idx="1" type="body"/>
          </p:nvPr>
        </p:nvSpPr>
        <p:spPr>
          <a:xfrm>
            <a:off x="557234" y="3550890"/>
            <a:ext cx="1783155" cy="52118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90" name="Google Shape;90;p17"/>
          <p:cNvSpPr txBox="1"/>
          <p:nvPr>
            <p:ph idx="2" type="body"/>
          </p:nvPr>
        </p:nvSpPr>
        <p:spPr>
          <a:xfrm>
            <a:off x="557067" y="4250340"/>
            <a:ext cx="1783155" cy="15691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91" name="Google Shape;91;p17"/>
          <p:cNvSpPr txBox="1"/>
          <p:nvPr>
            <p:ph idx="3" type="body"/>
          </p:nvPr>
        </p:nvSpPr>
        <p:spPr>
          <a:xfrm>
            <a:off x="2889694" y="4250340"/>
            <a:ext cx="1783155" cy="1569162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92" name="Google Shape;92;p17"/>
          <p:cNvSpPr txBox="1"/>
          <p:nvPr>
            <p:ph idx="4" type="body"/>
          </p:nvPr>
        </p:nvSpPr>
        <p:spPr>
          <a:xfrm>
            <a:off x="5204270" y="4250340"/>
            <a:ext cx="1783155" cy="1569162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93" name="Google Shape;93;p17"/>
          <p:cNvSpPr txBox="1"/>
          <p:nvPr>
            <p:ph idx="5" type="body"/>
          </p:nvPr>
        </p:nvSpPr>
        <p:spPr>
          <a:xfrm>
            <a:off x="7531310" y="4250340"/>
            <a:ext cx="1783157" cy="1569162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94" name="Google Shape;94;p17"/>
          <p:cNvSpPr txBox="1"/>
          <p:nvPr>
            <p:ph idx="6" type="body"/>
          </p:nvPr>
        </p:nvSpPr>
        <p:spPr>
          <a:xfrm>
            <a:off x="9846808" y="4250340"/>
            <a:ext cx="1783155" cy="1569162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95" name="Google Shape;95;p17"/>
          <p:cNvSpPr txBox="1"/>
          <p:nvPr>
            <p:ph type="title"/>
          </p:nvPr>
        </p:nvSpPr>
        <p:spPr>
          <a:xfrm>
            <a:off x="369989" y="554985"/>
            <a:ext cx="11451715" cy="11799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2.pngGoogle Shape;37;p4" id="96" name="Google Shape;96;p17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10648199" y="273526"/>
            <a:ext cx="1184038" cy="33712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7"/>
          <p:cNvSpPr txBox="1"/>
          <p:nvPr>
            <p:ph idx="12" type="sldNum"/>
          </p:nvPr>
        </p:nvSpPr>
        <p:spPr>
          <a:xfrm>
            <a:off x="11652438" y="6343529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3" type="title">
  <p:cSld name="TITLE">
    <p:bg>
      <p:bgPr>
        <a:solidFill>
          <a:srgbClr val="493691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9"/>
          <p:cNvSpPr/>
          <p:nvPr/>
        </p:nvSpPr>
        <p:spPr>
          <a:xfrm rot="10800000">
            <a:off x="375889" y="368323"/>
            <a:ext cx="11451715" cy="6131848"/>
          </a:xfrm>
          <a:prstGeom prst="roundRect">
            <a:avLst>
              <a:gd fmla="val 2502" name="adj"/>
            </a:avLst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200038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9"/>
          <p:cNvSpPr txBox="1"/>
          <p:nvPr>
            <p:ph idx="1" type="body"/>
          </p:nvPr>
        </p:nvSpPr>
        <p:spPr>
          <a:xfrm>
            <a:off x="1094643" y="5230676"/>
            <a:ext cx="7812207" cy="6035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-2286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-2286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-2286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cxnSp>
        <p:nvCxnSpPr>
          <p:cNvPr id="127" name="Google Shape;127;p19"/>
          <p:cNvCxnSpPr/>
          <p:nvPr/>
        </p:nvCxnSpPr>
        <p:spPr>
          <a:xfrm>
            <a:off x="734482" y="1056740"/>
            <a:ext cx="10736931" cy="1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8" name="Google Shape;128;p19"/>
          <p:cNvCxnSpPr/>
          <p:nvPr/>
        </p:nvCxnSpPr>
        <p:spPr>
          <a:xfrm>
            <a:off x="734482" y="6028883"/>
            <a:ext cx="10726530" cy="1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9" name="Google Shape;129;p19"/>
          <p:cNvSpPr txBox="1"/>
          <p:nvPr>
            <p:ph type="title"/>
          </p:nvPr>
        </p:nvSpPr>
        <p:spPr>
          <a:xfrm>
            <a:off x="1060672" y="2992532"/>
            <a:ext cx="8162197" cy="1880754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6666"/>
              <a:buFont typeface="Montserrat SemiBold"/>
              <a:buNone/>
              <a:defRPr sz="6666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-white.pngGoogle Shape;16;p2" id="130" name="Google Shape;130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34480" y="622178"/>
            <a:ext cx="1482766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9"/>
          <p:cNvSpPr txBox="1"/>
          <p:nvPr>
            <p:ph idx="12" type="sldNum"/>
          </p:nvPr>
        </p:nvSpPr>
        <p:spPr>
          <a:xfrm>
            <a:off x="5892653" y="6169928"/>
            <a:ext cx="2844729" cy="372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">
  <p:cSld name="CUSTOM_21_1_1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0"/>
          <p:cNvSpPr txBox="1"/>
          <p:nvPr>
            <p:ph type="title"/>
          </p:nvPr>
        </p:nvSpPr>
        <p:spPr>
          <a:xfrm>
            <a:off x="369989" y="554985"/>
            <a:ext cx="11451715" cy="11799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34" name="Google Shape;134;p20"/>
          <p:cNvSpPr txBox="1"/>
          <p:nvPr>
            <p:ph idx="1" type="body"/>
          </p:nvPr>
        </p:nvSpPr>
        <p:spPr>
          <a:xfrm>
            <a:off x="369989" y="371791"/>
            <a:ext cx="5110275" cy="1831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42;p5" id="135" name="Google Shape;135;p20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20"/>
          <p:cNvSpPr txBox="1"/>
          <p:nvPr>
            <p:ph idx="12" type="sldNum"/>
          </p:nvPr>
        </p:nvSpPr>
        <p:spPr>
          <a:xfrm>
            <a:off x="11652438" y="6343529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_1_1_1">
  <p:cSld name="BLANK_1_1_1_1_1_1">
    <p:bg>
      <p:bgPr>
        <a:solidFill>
          <a:srgbClr val="493691"/>
        </a:solidFill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8" name="Google Shape;138;p21"/>
          <p:cNvCxnSpPr/>
          <p:nvPr/>
        </p:nvCxnSpPr>
        <p:spPr>
          <a:xfrm rot="10800000">
            <a:off x="-25234" y="471426"/>
            <a:ext cx="12208496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9" name="Google Shape;139;p21"/>
          <p:cNvCxnSpPr/>
          <p:nvPr/>
        </p:nvCxnSpPr>
        <p:spPr>
          <a:xfrm rot="10800000">
            <a:off x="-25234" y="1120828"/>
            <a:ext cx="12208496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0" name="Google Shape;140;p21"/>
          <p:cNvCxnSpPr/>
          <p:nvPr/>
        </p:nvCxnSpPr>
        <p:spPr>
          <a:xfrm rot="10800000">
            <a:off x="-25234" y="1770229"/>
            <a:ext cx="12208496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1" name="Google Shape;141;p21"/>
          <p:cNvCxnSpPr/>
          <p:nvPr/>
        </p:nvCxnSpPr>
        <p:spPr>
          <a:xfrm rot="10800000">
            <a:off x="-25234" y="2419561"/>
            <a:ext cx="12208496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2" name="Google Shape;142;p21"/>
          <p:cNvCxnSpPr/>
          <p:nvPr/>
        </p:nvCxnSpPr>
        <p:spPr>
          <a:xfrm rot="10800000">
            <a:off x="-25234" y="3068963"/>
            <a:ext cx="12208496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43" name="Google Shape;143;p21"/>
          <p:cNvGrpSpPr/>
          <p:nvPr/>
        </p:nvGrpSpPr>
        <p:grpSpPr>
          <a:xfrm>
            <a:off x="-4701" y="-136"/>
            <a:ext cx="12208637" cy="6857898"/>
            <a:chOff x="-1" y="0"/>
            <a:chExt cx="12208637" cy="6857895"/>
          </a:xfrm>
        </p:grpSpPr>
        <p:cxnSp>
          <p:nvCxnSpPr>
            <p:cNvPr id="144" name="Google Shape;144;p21"/>
            <p:cNvCxnSpPr/>
            <p:nvPr/>
          </p:nvCxnSpPr>
          <p:spPr>
            <a:xfrm flipH="1">
              <a:off x="642536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5" name="Google Shape;145;p21"/>
            <p:cNvCxnSpPr/>
            <p:nvPr/>
          </p:nvCxnSpPr>
          <p:spPr>
            <a:xfrm flipH="1">
              <a:off x="1285073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6" name="Google Shape;146;p21"/>
            <p:cNvCxnSpPr/>
            <p:nvPr/>
          </p:nvCxnSpPr>
          <p:spPr>
            <a:xfrm flipH="1">
              <a:off x="1927610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7" name="Google Shape;147;p21"/>
            <p:cNvCxnSpPr/>
            <p:nvPr/>
          </p:nvCxnSpPr>
          <p:spPr>
            <a:xfrm flipH="1">
              <a:off x="2570146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8" name="Google Shape;148;p21"/>
            <p:cNvCxnSpPr/>
            <p:nvPr/>
          </p:nvCxnSpPr>
          <p:spPr>
            <a:xfrm flipH="1">
              <a:off x="3212685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9" name="Google Shape;149;p21"/>
            <p:cNvCxnSpPr/>
            <p:nvPr/>
          </p:nvCxnSpPr>
          <p:spPr>
            <a:xfrm flipH="1">
              <a:off x="3855221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0" name="Google Shape;150;p21"/>
            <p:cNvCxnSpPr/>
            <p:nvPr/>
          </p:nvCxnSpPr>
          <p:spPr>
            <a:xfrm flipH="1">
              <a:off x="-1" y="0"/>
              <a:ext cx="3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1" name="Google Shape;151;p21"/>
            <p:cNvCxnSpPr/>
            <p:nvPr/>
          </p:nvCxnSpPr>
          <p:spPr>
            <a:xfrm flipH="1">
              <a:off x="4497758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2" name="Google Shape;152;p21"/>
            <p:cNvCxnSpPr/>
            <p:nvPr/>
          </p:nvCxnSpPr>
          <p:spPr>
            <a:xfrm flipH="1">
              <a:off x="5140295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3" name="Google Shape;153;p21"/>
            <p:cNvCxnSpPr/>
            <p:nvPr/>
          </p:nvCxnSpPr>
          <p:spPr>
            <a:xfrm flipH="1">
              <a:off x="5782831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4" name="Google Shape;154;p21"/>
            <p:cNvCxnSpPr/>
            <p:nvPr/>
          </p:nvCxnSpPr>
          <p:spPr>
            <a:xfrm flipH="1">
              <a:off x="6425369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5" name="Google Shape;155;p21"/>
            <p:cNvCxnSpPr/>
            <p:nvPr/>
          </p:nvCxnSpPr>
          <p:spPr>
            <a:xfrm flipH="1">
              <a:off x="7067906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6" name="Google Shape;156;p21"/>
            <p:cNvCxnSpPr/>
            <p:nvPr/>
          </p:nvCxnSpPr>
          <p:spPr>
            <a:xfrm flipH="1">
              <a:off x="7710443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7" name="Google Shape;157;p21"/>
            <p:cNvCxnSpPr/>
            <p:nvPr/>
          </p:nvCxnSpPr>
          <p:spPr>
            <a:xfrm flipH="1">
              <a:off x="8352979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8" name="Google Shape;158;p21"/>
            <p:cNvCxnSpPr/>
            <p:nvPr/>
          </p:nvCxnSpPr>
          <p:spPr>
            <a:xfrm flipH="1">
              <a:off x="8995516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9" name="Google Shape;159;p21"/>
            <p:cNvCxnSpPr/>
            <p:nvPr/>
          </p:nvCxnSpPr>
          <p:spPr>
            <a:xfrm flipH="1">
              <a:off x="9638160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0" name="Google Shape;160;p21"/>
            <p:cNvCxnSpPr/>
            <p:nvPr/>
          </p:nvCxnSpPr>
          <p:spPr>
            <a:xfrm flipH="1">
              <a:off x="10280697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1" name="Google Shape;161;p21"/>
            <p:cNvCxnSpPr/>
            <p:nvPr/>
          </p:nvCxnSpPr>
          <p:spPr>
            <a:xfrm flipH="1">
              <a:off x="10923355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162" name="Google Shape;162;p21"/>
            <p:cNvGrpSpPr/>
            <p:nvPr/>
          </p:nvGrpSpPr>
          <p:grpSpPr>
            <a:xfrm>
              <a:off x="11565987" y="0"/>
              <a:ext cx="642649" cy="6857895"/>
              <a:chOff x="-1" y="0"/>
              <a:chExt cx="642647" cy="6857894"/>
            </a:xfrm>
          </p:grpSpPr>
          <p:cxnSp>
            <p:nvCxnSpPr>
              <p:cNvPr id="163" name="Google Shape;163;p21"/>
              <p:cNvCxnSpPr/>
              <p:nvPr/>
            </p:nvCxnSpPr>
            <p:spPr>
              <a:xfrm flipH="1">
                <a:off x="-1" y="0"/>
                <a:ext cx="3" cy="6857894"/>
              </a:xfrm>
              <a:prstGeom prst="straightConnector1">
                <a:avLst/>
              </a:prstGeom>
              <a:noFill/>
              <a:ln cap="flat" cmpd="sng" w="12700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64" name="Google Shape;164;p21"/>
              <p:cNvCxnSpPr/>
              <p:nvPr/>
            </p:nvCxnSpPr>
            <p:spPr>
              <a:xfrm flipH="1">
                <a:off x="642644" y="0"/>
                <a:ext cx="1" cy="6857894"/>
              </a:xfrm>
              <a:prstGeom prst="straightConnector1">
                <a:avLst/>
              </a:prstGeom>
              <a:noFill/>
              <a:ln cap="flat" cmpd="sng" w="12700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</p:grpSp>
      <p:cxnSp>
        <p:nvCxnSpPr>
          <p:cNvPr id="165" name="Google Shape;165;p21"/>
          <p:cNvCxnSpPr/>
          <p:nvPr/>
        </p:nvCxnSpPr>
        <p:spPr>
          <a:xfrm rot="10800000">
            <a:off x="-25234" y="3718360"/>
            <a:ext cx="12208496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6" name="Google Shape;166;p21"/>
          <p:cNvCxnSpPr/>
          <p:nvPr/>
        </p:nvCxnSpPr>
        <p:spPr>
          <a:xfrm rot="10800000">
            <a:off x="-25234" y="4367764"/>
            <a:ext cx="12208496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7" name="Google Shape;167;p21"/>
          <p:cNvCxnSpPr/>
          <p:nvPr/>
        </p:nvCxnSpPr>
        <p:spPr>
          <a:xfrm rot="10800000">
            <a:off x="-25234" y="5017093"/>
            <a:ext cx="12208496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8" name="Google Shape;168;p21"/>
          <p:cNvCxnSpPr/>
          <p:nvPr/>
        </p:nvCxnSpPr>
        <p:spPr>
          <a:xfrm rot="10800000">
            <a:off x="-25234" y="5666496"/>
            <a:ext cx="12208496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9" name="Google Shape;169;p21"/>
          <p:cNvCxnSpPr/>
          <p:nvPr/>
        </p:nvCxnSpPr>
        <p:spPr>
          <a:xfrm rot="10800000">
            <a:off x="-25234" y="6315793"/>
            <a:ext cx="12208496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0" name="Google Shape;170;p21"/>
          <p:cNvSpPr txBox="1"/>
          <p:nvPr>
            <p:ph type="title"/>
          </p:nvPr>
        </p:nvSpPr>
        <p:spPr>
          <a:xfrm>
            <a:off x="1916919" y="1768556"/>
            <a:ext cx="8344993" cy="2597536"/>
          </a:xfrm>
          <a:prstGeom prst="rect">
            <a:avLst/>
          </a:prstGeom>
          <a:solidFill>
            <a:srgbClr val="493691"/>
          </a:solidFill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1864" lIns="121864" spcFirstLastPara="1" rIns="121864" wrap="square" tIns="121864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67"/>
              <a:buFont typeface="Montserrat SemiBold"/>
              <a:buNone/>
              <a:defRPr sz="4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71" name="Google Shape;171;p21"/>
          <p:cNvSpPr txBox="1"/>
          <p:nvPr>
            <p:ph idx="12" type="sldNum"/>
          </p:nvPr>
        </p:nvSpPr>
        <p:spPr>
          <a:xfrm>
            <a:off x="11652438" y="6343529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_1_1_1_1_1_1_1_1">
  <p:cSld name="BLANK_1_1_1_1_1_1_1_1_1_1_1"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2"/>
          <p:cNvSpPr txBox="1"/>
          <p:nvPr>
            <p:ph idx="1" type="body"/>
          </p:nvPr>
        </p:nvSpPr>
        <p:spPr>
          <a:xfrm>
            <a:off x="6052947" y="2307264"/>
            <a:ext cx="5767457" cy="60358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74" name="Google Shape;174;p22"/>
          <p:cNvSpPr txBox="1"/>
          <p:nvPr>
            <p:ph type="title"/>
          </p:nvPr>
        </p:nvSpPr>
        <p:spPr>
          <a:xfrm>
            <a:off x="369989" y="1412865"/>
            <a:ext cx="5725858" cy="37379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6666"/>
              <a:buFont typeface="Montserrat SemiBold"/>
              <a:buNone/>
              <a:defRPr sz="6666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-white.pngGoogle Shape;115;p9" id="175" name="Google Shape;175;p22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2"/>
          <p:cNvSpPr txBox="1"/>
          <p:nvPr>
            <p:ph idx="12" type="sldNum"/>
          </p:nvPr>
        </p:nvSpPr>
        <p:spPr>
          <a:xfrm>
            <a:off x="11652438" y="6343529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12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16.xml"/><Relationship Id="rId13" Type="http://schemas.openxmlformats.org/officeDocument/2006/relationships/slideLayout" Target="../slideLayouts/slideLayout17.xml"/><Relationship Id="rId14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19.xml"/><Relationship Id="rId16" Type="http://schemas.openxmlformats.org/officeDocument/2006/relationships/slideLayout" Target="../slideLayouts/slideLayout20.xml"/><Relationship Id="rId17" Type="http://schemas.openxmlformats.org/officeDocument/2006/relationships/slideLayout" Target="../slideLayouts/slideLayout21.xml"/><Relationship Id="rId18" Type="http://schemas.openxmlformats.org/officeDocument/2006/relationships/slideLayout" Target="../slideLayouts/slideLayout22.xml"/><Relationship Id="rId19" Type="http://schemas.openxmlformats.org/officeDocument/2006/relationships/slideLayout" Target="../slideLayouts/slideLayout23.xml"/><Relationship Id="rId2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5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726948" y="369989"/>
            <a:ext cx="10737731" cy="79598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609585" y="1600160"/>
            <a:ext cx="10972526" cy="52576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●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○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■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●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○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■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●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○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■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5892653" y="6169928"/>
            <a:ext cx="2844729" cy="372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p60"/>
          <p:cNvSpPr txBox="1"/>
          <p:nvPr>
            <p:ph type="title"/>
          </p:nvPr>
        </p:nvSpPr>
        <p:spPr>
          <a:xfrm>
            <a:off x="379790" y="1883053"/>
            <a:ext cx="5225469" cy="30107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AF9FE"/>
              </a:buClr>
              <a:buSzPts val="4533"/>
              <a:buFont typeface="Montserrat SemiBold"/>
              <a:buNone/>
            </a:pPr>
            <a:r>
              <a:rPr lang="en" sz="4533"/>
              <a:t>Thank you.</a:t>
            </a:r>
            <a:endParaRPr/>
          </a:p>
        </p:txBody>
      </p:sp>
      <p:sp>
        <p:nvSpPr>
          <p:cNvPr id="522" name="Google Shape;522;p60"/>
          <p:cNvSpPr txBox="1"/>
          <p:nvPr/>
        </p:nvSpPr>
        <p:spPr>
          <a:xfrm>
            <a:off x="6701630" y="2859927"/>
            <a:ext cx="5110275" cy="734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9FE"/>
              </a:buClr>
              <a:buSzPts val="1867"/>
              <a:buFont typeface="Montserrat"/>
              <a:buNone/>
            </a:pPr>
            <a:r>
              <a:rPr b="1" i="0" lang="en" sz="1867" u="none" cap="none" strike="noStrike">
                <a:solidFill>
                  <a:srgbClr val="FAF9FE"/>
                </a:solidFill>
                <a:latin typeface="Montserrat"/>
                <a:ea typeface="Montserrat"/>
                <a:cs typeface="Montserrat"/>
                <a:sym typeface="Montserrat"/>
              </a:rPr>
              <a:t>{{contact_email}}</a:t>
            </a:r>
            <a:endParaRPr b="0" i="0" sz="1867" u="none" cap="none" strike="noStrike">
              <a:solidFill>
                <a:srgbClr val="FAF9F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9FE"/>
              </a:buClr>
              <a:buSzPts val="1867"/>
              <a:buFont typeface="Montserrat"/>
              <a:buNone/>
            </a:pPr>
            <a:r>
              <a:rPr b="1" i="0" lang="en" sz="1867" u="none" cap="none" strike="noStrike">
                <a:solidFill>
                  <a:srgbClr val="FAF9FE"/>
                </a:solidFill>
                <a:latin typeface="Montserrat"/>
                <a:ea typeface="Montserrat"/>
                <a:cs typeface="Montserrat"/>
                <a:sym typeface="Montserrat"/>
              </a:rPr>
              <a:t>{{contact_phone}}</a:t>
            </a:r>
            <a:endParaRPr b="0" i="0" sz="1867" u="none" cap="none" strike="noStrike">
              <a:solidFill>
                <a:srgbClr val="FAF9F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3" name="Google Shape;523;p60"/>
          <p:cNvSpPr txBox="1"/>
          <p:nvPr/>
        </p:nvSpPr>
        <p:spPr>
          <a:xfrm>
            <a:off x="7314014" y="2170379"/>
            <a:ext cx="3885504" cy="734850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9FE"/>
              </a:buClr>
              <a:buSzPts val="3200"/>
              <a:buFont typeface="Montserrat SemiBold"/>
              <a:buNone/>
            </a:pPr>
            <a:r>
              <a:rPr b="0" i="0" lang="en" sz="3200" u="none" cap="none" strike="noStrike">
                <a:solidFill>
                  <a:srgbClr val="FAF9F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{{contact_name}}</a:t>
            </a:r>
            <a:endParaRPr b="0" i="0" sz="3200" u="none" cap="none" strike="noStrike">
              <a:solidFill>
                <a:srgbClr val="FAF9F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pic>
        <p:nvPicPr>
          <p:cNvPr descr="Logo-white.pngGoogle Shape;16;p2" id="524" name="Google Shape;524;p6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79790" y="622178"/>
            <a:ext cx="1482764" cy="2771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xmlns:r="http://schemas.openxmlformats.org/officeDocument/2006/relationships" name="Overview Deck">
  <a:themeElements>
    <a:clrScheme name="Overview Deck">
      <a:dk1>
        <a:srgbClr val="493691"/>
      </a:dk1>
      <a:lt1>
        <a:srgbClr val="FAF9FE"/>
      </a:lt1>
      <a:dk2>
        <a:srgbClr val="A7A7A7"/>
      </a:dk2>
      <a:lt2>
        <a:srgbClr val="535353"/>
      </a:lt2>
      <a:accent1>
        <a:srgbClr val="AF9EF3"/>
      </a:accent1>
      <a:accent2>
        <a:srgbClr val="FAF9FE"/>
      </a:accent2>
      <a:accent3>
        <a:srgbClr val="532EE3"/>
      </a:accent3>
      <a:accent4>
        <a:srgbClr val="4B465E"/>
      </a:accent4>
      <a:accent5>
        <a:srgbClr val="2E1A7F"/>
      </a:accent5>
      <a:accent6>
        <a:srgbClr val="56C194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