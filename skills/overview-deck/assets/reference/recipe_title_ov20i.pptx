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Montserrat SemiBold"/>
      <p:regular r:id="rId8"/>
      <p:bold r:id="rId9"/>
      <p:italic r:id="rId10"/>
      <p:boldItalic r:id="rId11"/>
    </p:embeddedFont>
    <p:embeddedFont>
      <p:font typeface="Proxima Nova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Montserrat Medium"/>
      <p:regular r:id="rId20"/>
      <p:bold r:id="rId21"/>
      <p:italic r:id="rId22"/>
      <p:boldItalic r:id="rId23"/>
    </p:embeddedFont>
    <p:embeddedFont>
      <p:font typeface="Work Sans"/>
      <p:regular r:id="rId24"/>
      <p:bold r:id="rId25"/>
      <p:italic r:id="rId26"/>
      <p:boldItalic r:id="rId27"/>
    </p:embeddedFont>
    <p:embeddedFont>
      <p:font typeface="Host Grotesk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regular.fntdata"/><Relationship Id="rId22" Type="http://schemas.openxmlformats.org/officeDocument/2006/relationships/font" Target="fonts/MontserratMedium-italic.fntdata"/><Relationship Id="rId21" Type="http://schemas.openxmlformats.org/officeDocument/2006/relationships/font" Target="fonts/MontserratMedium-bold.fntdata"/><Relationship Id="rId24" Type="http://schemas.openxmlformats.org/officeDocument/2006/relationships/font" Target="fonts/WorkSans-regular.fntdata"/><Relationship Id="rId23" Type="http://schemas.openxmlformats.org/officeDocument/2006/relationships/font" Target="fonts/Montserrat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SemiBold-bold.fntdata"/><Relationship Id="rId26" Type="http://schemas.openxmlformats.org/officeDocument/2006/relationships/font" Target="fonts/WorkSans-italic.fntdata"/><Relationship Id="rId25" Type="http://schemas.openxmlformats.org/officeDocument/2006/relationships/font" Target="fonts/WorkSans-bold.fntdata"/><Relationship Id="rId28" Type="http://schemas.openxmlformats.org/officeDocument/2006/relationships/font" Target="fonts/HostGroteskSemiBold-regular.fntdata"/><Relationship Id="rId27" Type="http://schemas.openxmlformats.org/officeDocument/2006/relationships/font" Target="fonts/Work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ostGroteskSemiBold-bold.fntdata"/><Relationship Id="rId7" Type="http://schemas.openxmlformats.org/officeDocument/2006/relationships/slide" Target="slides/slide1.xml"/><Relationship Id="rId8" Type="http://schemas.openxmlformats.org/officeDocument/2006/relationships/font" Target="fonts/MontserratSemiBold-regular.fntdata"/><Relationship Id="rId31" Type="http://schemas.openxmlformats.org/officeDocument/2006/relationships/font" Target="fonts/HostGroteskSemiBold-boldItalic.fntdata"/><Relationship Id="rId30" Type="http://schemas.openxmlformats.org/officeDocument/2006/relationships/font" Target="fonts/HostGroteskSemiBold-italic.fntdata"/><Relationship Id="rId11" Type="http://schemas.openxmlformats.org/officeDocument/2006/relationships/font" Target="fonts/MontserratSemiBold-boldItalic.fntdata"/><Relationship Id="rId10" Type="http://schemas.openxmlformats.org/officeDocument/2006/relationships/font" Target="fonts/MontserratSemiBold-italic.fntdata"/><Relationship Id="rId13" Type="http://schemas.openxmlformats.org/officeDocument/2006/relationships/font" Target="fonts/ProximaNova-bold.fntdata"/><Relationship Id="rId12" Type="http://schemas.openxmlformats.org/officeDocument/2006/relationships/font" Target="fonts/ProximaNova-regular.fntdata"/><Relationship Id="rId15" Type="http://schemas.openxmlformats.org/officeDocument/2006/relationships/font" Target="fonts/ProximaNova-boldItalic.fntdata"/><Relationship Id="rId14" Type="http://schemas.openxmlformats.org/officeDocument/2006/relationships/font" Target="fonts/ProximaNova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7048606d1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f7048606d1_4_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 type="tx">
  <p:cSld name="TITLE_AND_BODY">
    <p:bg>
      <p:bgPr>
        <a:solidFill>
          <a:srgbClr val="49369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284850" y="1412290"/>
            <a:ext cx="3919206" cy="2258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>
            <a:off x="4581858" y="0"/>
            <a:ext cx="4562108" cy="5143371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277499" y="278843"/>
            <a:ext cx="3832806" cy="137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58" name="Google Shape;58;p14"/>
          <p:cNvCxnSpPr/>
          <p:nvPr/>
        </p:nvCxnSpPr>
        <p:spPr>
          <a:xfrm rot="10800000">
            <a:off x="4585543" y="1327668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4"/>
          <p:cNvCxnSpPr/>
          <p:nvPr/>
        </p:nvCxnSpPr>
        <p:spPr>
          <a:xfrm rot="10800000">
            <a:off x="4585543" y="1814669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4"/>
          <p:cNvCxnSpPr/>
          <p:nvPr/>
        </p:nvCxnSpPr>
        <p:spPr>
          <a:xfrm rot="10800000">
            <a:off x="4585543" y="230172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4"/>
          <p:cNvCxnSpPr/>
          <p:nvPr/>
        </p:nvCxnSpPr>
        <p:spPr>
          <a:xfrm rot="10800000">
            <a:off x="4585543" y="278877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4"/>
          <p:cNvCxnSpPr/>
          <p:nvPr/>
        </p:nvCxnSpPr>
        <p:spPr>
          <a:xfrm rot="10800000">
            <a:off x="4585543" y="3275825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4"/>
          <p:cNvCxnSpPr/>
          <p:nvPr/>
        </p:nvCxnSpPr>
        <p:spPr>
          <a:xfrm rot="10800000">
            <a:off x="4585543" y="3762824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4"/>
          <p:cNvCxnSpPr/>
          <p:nvPr/>
        </p:nvCxnSpPr>
        <p:spPr>
          <a:xfrm rot="10800000">
            <a:off x="4585543" y="4249878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4"/>
          <p:cNvCxnSpPr/>
          <p:nvPr/>
        </p:nvCxnSpPr>
        <p:spPr>
          <a:xfrm rot="10800000">
            <a:off x="4585543" y="473685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4"/>
          <p:cNvCxnSpPr/>
          <p:nvPr/>
        </p:nvCxnSpPr>
        <p:spPr>
          <a:xfrm rot="10800000">
            <a:off x="4585543" y="35356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4"/>
          <p:cNvCxnSpPr/>
          <p:nvPr/>
        </p:nvCxnSpPr>
        <p:spPr>
          <a:xfrm rot="10800000">
            <a:off x="4585543" y="840615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8" name="Google Shape;68;p14"/>
          <p:cNvGrpSpPr/>
          <p:nvPr/>
        </p:nvGrpSpPr>
        <p:grpSpPr>
          <a:xfrm>
            <a:off x="4586636" y="-102"/>
            <a:ext cx="4337483" cy="5143371"/>
            <a:chOff x="1" y="0"/>
            <a:chExt cx="5783156" cy="6857828"/>
          </a:xfrm>
        </p:grpSpPr>
        <p:cxnSp>
          <p:nvCxnSpPr>
            <p:cNvPr id="69" name="Google Shape;69;p14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" name="Google Shape;70;p14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" name="Google Shape;71;p14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" name="Google Shape;72;p14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" name="Google Shape;73;p14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" name="Google Shape;74;p14"/>
            <p:cNvCxnSpPr/>
            <p:nvPr/>
          </p:nvCxnSpPr>
          <p:spPr>
            <a:xfrm>
              <a:off x="321268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" name="Google Shape;75;p14"/>
            <p:cNvCxnSpPr/>
            <p:nvPr/>
          </p:nvCxnSpPr>
          <p:spPr>
            <a:xfrm>
              <a:off x="385532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" name="Google Shape;76;p14"/>
            <p:cNvCxnSpPr/>
            <p:nvPr/>
          </p:nvCxnSpPr>
          <p:spPr>
            <a:xfrm>
              <a:off x="449786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" name="Google Shape;77;p14"/>
            <p:cNvCxnSpPr/>
            <p:nvPr/>
          </p:nvCxnSpPr>
          <p:spPr>
            <a:xfrm>
              <a:off x="514052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" name="Google Shape;78;p14"/>
            <p:cNvCxnSpPr/>
            <p:nvPr/>
          </p:nvCxnSpPr>
          <p:spPr>
            <a:xfrm>
              <a:off x="578315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4419608" y="4627446"/>
            <a:ext cx="2133604" cy="276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">
  <p:cSld name="CUSTOM_21_1_1_1">
    <p:bg>
      <p:bgPr>
        <a:solidFill>
          <a:schemeClr val="accen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277499" y="416239"/>
            <a:ext cx="8589014" cy="88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277499" y="278843"/>
            <a:ext cx="3832806" cy="137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">
  <p:cSld name="BLANK_1_1_1">
    <p:bg>
      <p:bgPr>
        <a:solidFill>
          <a:srgbClr val="49369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281924" y="276242"/>
            <a:ext cx="8589014" cy="4598885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 txBox="1"/>
          <p:nvPr>
            <p:ph type="title"/>
          </p:nvPr>
        </p:nvSpPr>
        <p:spPr>
          <a:xfrm>
            <a:off x="2598478" y="3492988"/>
            <a:ext cx="5985310" cy="99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sz="4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4419608" y="4627446"/>
            <a:ext cx="2133604" cy="276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bg>
      <p:bgPr>
        <a:solidFill>
          <a:schemeClr val="accen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417937" y="2663168"/>
            <a:ext cx="1337402" cy="3908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2" type="body"/>
          </p:nvPr>
        </p:nvSpPr>
        <p:spPr>
          <a:xfrm>
            <a:off x="417811" y="3187755"/>
            <a:ext cx="1337402" cy="1176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3" type="body"/>
          </p:nvPr>
        </p:nvSpPr>
        <p:spPr>
          <a:xfrm>
            <a:off x="2167328" y="3187755"/>
            <a:ext cx="1337402" cy="11768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4" type="body"/>
          </p:nvPr>
        </p:nvSpPr>
        <p:spPr>
          <a:xfrm>
            <a:off x="3903307" y="3187755"/>
            <a:ext cx="1337402" cy="11768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5" type="body"/>
          </p:nvPr>
        </p:nvSpPr>
        <p:spPr>
          <a:xfrm>
            <a:off x="5648633" y="3187755"/>
            <a:ext cx="1337402" cy="11768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6" type="body"/>
          </p:nvPr>
        </p:nvSpPr>
        <p:spPr>
          <a:xfrm>
            <a:off x="7385303" y="3187755"/>
            <a:ext cx="1337402" cy="11768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277499" y="416239"/>
            <a:ext cx="8589014" cy="88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2.pngGoogle Shape;37;p4" id="96" name="Google Shape;96;p17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62" y="205145"/>
            <a:ext cx="888052" cy="25284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>
  <p:cSld name="CUSTOM_25">
    <p:bg>
      <p:bgPr>
        <a:solidFill>
          <a:srgbClr val="49369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284850" y="1412290"/>
            <a:ext cx="3919206" cy="2258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18"/>
          <p:cNvSpPr/>
          <p:nvPr/>
        </p:nvSpPr>
        <p:spPr>
          <a:xfrm>
            <a:off x="4581858" y="0"/>
            <a:ext cx="4562108" cy="5143371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277499" y="278843"/>
            <a:ext cx="3832806" cy="137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102" name="Google Shape;102;p18"/>
          <p:cNvCxnSpPr/>
          <p:nvPr/>
        </p:nvCxnSpPr>
        <p:spPr>
          <a:xfrm rot="10800000">
            <a:off x="4585543" y="1327668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8"/>
          <p:cNvCxnSpPr/>
          <p:nvPr/>
        </p:nvCxnSpPr>
        <p:spPr>
          <a:xfrm rot="10800000">
            <a:off x="4585543" y="1814669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8"/>
          <p:cNvCxnSpPr/>
          <p:nvPr/>
        </p:nvCxnSpPr>
        <p:spPr>
          <a:xfrm rot="10800000">
            <a:off x="4585543" y="230172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8"/>
          <p:cNvCxnSpPr/>
          <p:nvPr/>
        </p:nvCxnSpPr>
        <p:spPr>
          <a:xfrm rot="10800000">
            <a:off x="4585543" y="278877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18"/>
          <p:cNvCxnSpPr/>
          <p:nvPr/>
        </p:nvCxnSpPr>
        <p:spPr>
          <a:xfrm rot="10800000">
            <a:off x="4585543" y="3275825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18"/>
          <p:cNvCxnSpPr/>
          <p:nvPr/>
        </p:nvCxnSpPr>
        <p:spPr>
          <a:xfrm rot="10800000">
            <a:off x="4585543" y="3762824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18"/>
          <p:cNvCxnSpPr/>
          <p:nvPr/>
        </p:nvCxnSpPr>
        <p:spPr>
          <a:xfrm rot="10800000">
            <a:off x="4585543" y="4249878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18"/>
          <p:cNvCxnSpPr/>
          <p:nvPr/>
        </p:nvCxnSpPr>
        <p:spPr>
          <a:xfrm rot="10800000">
            <a:off x="4585543" y="473685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18"/>
          <p:cNvCxnSpPr/>
          <p:nvPr/>
        </p:nvCxnSpPr>
        <p:spPr>
          <a:xfrm rot="10800000">
            <a:off x="4585543" y="35356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18"/>
          <p:cNvCxnSpPr/>
          <p:nvPr/>
        </p:nvCxnSpPr>
        <p:spPr>
          <a:xfrm rot="10800000">
            <a:off x="4585543" y="840615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p18"/>
          <p:cNvGrpSpPr/>
          <p:nvPr/>
        </p:nvGrpSpPr>
        <p:grpSpPr>
          <a:xfrm>
            <a:off x="4586636" y="-102"/>
            <a:ext cx="4337483" cy="5143371"/>
            <a:chOff x="1" y="0"/>
            <a:chExt cx="5783156" cy="6857828"/>
          </a:xfrm>
        </p:grpSpPr>
        <p:cxnSp>
          <p:nvCxnSpPr>
            <p:cNvPr id="113" name="Google Shape;113;p18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" name="Google Shape;114;p18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" name="Google Shape;115;p18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18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18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18"/>
            <p:cNvCxnSpPr/>
            <p:nvPr/>
          </p:nvCxnSpPr>
          <p:spPr>
            <a:xfrm>
              <a:off x="321268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18"/>
            <p:cNvCxnSpPr/>
            <p:nvPr/>
          </p:nvCxnSpPr>
          <p:spPr>
            <a:xfrm>
              <a:off x="385532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18"/>
            <p:cNvCxnSpPr/>
            <p:nvPr/>
          </p:nvCxnSpPr>
          <p:spPr>
            <a:xfrm>
              <a:off x="449786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" name="Google Shape;121;p18"/>
            <p:cNvCxnSpPr/>
            <p:nvPr/>
          </p:nvCxnSpPr>
          <p:spPr>
            <a:xfrm>
              <a:off x="514052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p18"/>
            <p:cNvCxnSpPr/>
            <p:nvPr/>
          </p:nvCxnSpPr>
          <p:spPr>
            <a:xfrm>
              <a:off x="578315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4419608" y="4627446"/>
            <a:ext cx="2133604" cy="276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3" type="title">
  <p:cSld name="TITLE">
    <p:bg>
      <p:bgPr>
        <a:solidFill>
          <a:srgbClr val="49369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 rot="10800000">
            <a:off x="281926" y="276243"/>
            <a:ext cx="8589014" cy="4598885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821004" y="3923007"/>
            <a:ext cx="5859310" cy="452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127" name="Google Shape;127;p19"/>
          <p:cNvCxnSpPr/>
          <p:nvPr/>
        </p:nvCxnSpPr>
        <p:spPr>
          <a:xfrm>
            <a:off x="550876" y="792555"/>
            <a:ext cx="8052913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19"/>
          <p:cNvCxnSpPr/>
          <p:nvPr/>
        </p:nvCxnSpPr>
        <p:spPr>
          <a:xfrm>
            <a:off x="550876" y="4521662"/>
            <a:ext cx="8045113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19"/>
          <p:cNvSpPr txBox="1"/>
          <p:nvPr>
            <p:ph type="title"/>
          </p:nvPr>
        </p:nvSpPr>
        <p:spPr>
          <a:xfrm>
            <a:off x="795525" y="2244399"/>
            <a:ext cx="6121810" cy="14105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Montserrat SemiBold"/>
              <a:buNone/>
              <a:defRPr sz="5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6;p2" id="130" name="Google Shape;13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0875" y="466634"/>
            <a:ext cx="1112075" cy="20787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4419608" y="4627446"/>
            <a:ext cx="2133604" cy="276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">
  <p:cSld name="CUSTOM_2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277499" y="416239"/>
            <a:ext cx="8589014" cy="88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277499" y="278843"/>
            <a:ext cx="3832806" cy="137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42;p5"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13" y="227646"/>
            <a:ext cx="867452" cy="20787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rgbClr val="49369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p21"/>
          <p:cNvCxnSpPr/>
          <p:nvPr/>
        </p:nvCxnSpPr>
        <p:spPr>
          <a:xfrm rot="10800000">
            <a:off x="-18925" y="353570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21"/>
          <p:cNvCxnSpPr/>
          <p:nvPr/>
        </p:nvCxnSpPr>
        <p:spPr>
          <a:xfrm rot="10800000">
            <a:off x="-18925" y="840622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21"/>
          <p:cNvCxnSpPr/>
          <p:nvPr/>
        </p:nvCxnSpPr>
        <p:spPr>
          <a:xfrm rot="10800000">
            <a:off x="-18925" y="1327672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21"/>
          <p:cNvCxnSpPr/>
          <p:nvPr/>
        </p:nvCxnSpPr>
        <p:spPr>
          <a:xfrm rot="10800000">
            <a:off x="-18925" y="1814672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21"/>
          <p:cNvCxnSpPr/>
          <p:nvPr/>
        </p:nvCxnSpPr>
        <p:spPr>
          <a:xfrm rot="10800000">
            <a:off x="-18925" y="2301724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3" name="Google Shape;143;p21"/>
          <p:cNvGrpSpPr/>
          <p:nvPr/>
        </p:nvGrpSpPr>
        <p:grpSpPr>
          <a:xfrm>
            <a:off x="-3524" y="-102"/>
            <a:ext cx="9156718" cy="5143371"/>
            <a:chOff x="1" y="0"/>
            <a:chExt cx="12208632" cy="6857828"/>
          </a:xfrm>
        </p:grpSpPr>
        <p:cxnSp>
          <p:nvCxnSpPr>
            <p:cNvPr id="144" name="Google Shape;144;p21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21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21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" name="Google Shape;147;p21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" name="Google Shape;148;p21"/>
            <p:cNvCxnSpPr/>
            <p:nvPr/>
          </p:nvCxnSpPr>
          <p:spPr>
            <a:xfrm>
              <a:off x="3212686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" name="Google Shape;149;p21"/>
            <p:cNvCxnSpPr/>
            <p:nvPr/>
          </p:nvCxnSpPr>
          <p:spPr>
            <a:xfrm>
              <a:off x="385522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" name="Google Shape;150;p21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" name="Google Shape;151;p21"/>
            <p:cNvCxnSpPr/>
            <p:nvPr/>
          </p:nvCxnSpPr>
          <p:spPr>
            <a:xfrm>
              <a:off x="449775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" name="Google Shape;152;p21"/>
            <p:cNvCxnSpPr/>
            <p:nvPr/>
          </p:nvCxnSpPr>
          <p:spPr>
            <a:xfrm>
              <a:off x="514029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" name="Google Shape;153;p21"/>
            <p:cNvCxnSpPr/>
            <p:nvPr/>
          </p:nvCxnSpPr>
          <p:spPr>
            <a:xfrm>
              <a:off x="578283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" name="Google Shape;154;p21"/>
            <p:cNvCxnSpPr/>
            <p:nvPr/>
          </p:nvCxnSpPr>
          <p:spPr>
            <a:xfrm>
              <a:off x="6425370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p21"/>
            <p:cNvCxnSpPr/>
            <p:nvPr/>
          </p:nvCxnSpPr>
          <p:spPr>
            <a:xfrm>
              <a:off x="706790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21"/>
            <p:cNvCxnSpPr/>
            <p:nvPr/>
          </p:nvCxnSpPr>
          <p:spPr>
            <a:xfrm>
              <a:off x="7710444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21"/>
            <p:cNvCxnSpPr/>
            <p:nvPr/>
          </p:nvCxnSpPr>
          <p:spPr>
            <a:xfrm>
              <a:off x="8352980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21"/>
            <p:cNvCxnSpPr/>
            <p:nvPr/>
          </p:nvCxnSpPr>
          <p:spPr>
            <a:xfrm>
              <a:off x="899551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21"/>
            <p:cNvCxnSpPr/>
            <p:nvPr/>
          </p:nvCxnSpPr>
          <p:spPr>
            <a:xfrm>
              <a:off x="963816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21"/>
            <p:cNvCxnSpPr/>
            <p:nvPr/>
          </p:nvCxnSpPr>
          <p:spPr>
            <a:xfrm>
              <a:off x="1028069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21"/>
            <p:cNvCxnSpPr/>
            <p:nvPr/>
          </p:nvCxnSpPr>
          <p:spPr>
            <a:xfrm>
              <a:off x="10923356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2" name="Google Shape;162;p21"/>
            <p:cNvGrpSpPr/>
            <p:nvPr/>
          </p:nvGrpSpPr>
          <p:grpSpPr>
            <a:xfrm>
              <a:off x="11565989" y="0"/>
              <a:ext cx="642644" cy="6857828"/>
              <a:chOff x="1" y="0"/>
              <a:chExt cx="642644" cy="6857828"/>
            </a:xfrm>
          </p:grpSpPr>
          <p:cxnSp>
            <p:nvCxnSpPr>
              <p:cNvPr id="163" name="Google Shape;163;p21"/>
              <p:cNvCxnSpPr/>
              <p:nvPr/>
            </p:nvCxnSpPr>
            <p:spPr>
              <a:xfrm>
                <a:off x="1" y="0"/>
                <a:ext cx="0" cy="685782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4" name="Google Shape;164;p21"/>
              <p:cNvCxnSpPr/>
              <p:nvPr/>
            </p:nvCxnSpPr>
            <p:spPr>
              <a:xfrm>
                <a:off x="642645" y="0"/>
                <a:ext cx="0" cy="685782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65" name="Google Shape;165;p21"/>
          <p:cNvCxnSpPr/>
          <p:nvPr/>
        </p:nvCxnSpPr>
        <p:spPr>
          <a:xfrm rot="10800000">
            <a:off x="-18925" y="2788772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21"/>
          <p:cNvCxnSpPr/>
          <p:nvPr/>
        </p:nvCxnSpPr>
        <p:spPr>
          <a:xfrm rot="10800000">
            <a:off x="-18925" y="3275824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21"/>
          <p:cNvCxnSpPr/>
          <p:nvPr/>
        </p:nvCxnSpPr>
        <p:spPr>
          <a:xfrm rot="10800000">
            <a:off x="-18925" y="3762821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21"/>
          <p:cNvCxnSpPr/>
          <p:nvPr/>
        </p:nvCxnSpPr>
        <p:spPr>
          <a:xfrm rot="10800000">
            <a:off x="-18925" y="4249873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21"/>
          <p:cNvCxnSpPr/>
          <p:nvPr/>
        </p:nvCxnSpPr>
        <p:spPr>
          <a:xfrm rot="10800000">
            <a:off x="-18925" y="4736846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21"/>
          <p:cNvSpPr txBox="1"/>
          <p:nvPr>
            <p:ph type="title"/>
          </p:nvPr>
        </p:nvSpPr>
        <p:spPr>
          <a:xfrm>
            <a:off x="1437728" y="1326417"/>
            <a:ext cx="6258910" cy="1948151"/>
          </a:xfrm>
          <a:prstGeom prst="rect">
            <a:avLst/>
          </a:prstGeom>
          <a:solidFill>
            <a:srgbClr val="493691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71" name="Google Shape;171;p21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1_1_1_1_1">
  <p:cSld name="BLANK_1_1_1_1_1_1_1_1_1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4539831" y="1730448"/>
            <a:ext cx="4325707" cy="4526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4" name="Google Shape;174;p22"/>
          <p:cNvSpPr txBox="1"/>
          <p:nvPr>
            <p:ph type="title"/>
          </p:nvPr>
        </p:nvSpPr>
        <p:spPr>
          <a:xfrm>
            <a:off x="277499" y="1059649"/>
            <a:ext cx="4294507" cy="2803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Montserrat SemiBold"/>
              <a:buNone/>
              <a:defRPr sz="5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15;p9" id="175" name="Google Shape;175;p22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13" y="227646"/>
            <a:ext cx="867452" cy="20787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1">
  <p:cSld name="CUSTOM_1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/>
          <p:nvPr>
            <p:ph idx="2" type="pic"/>
          </p:nvPr>
        </p:nvSpPr>
        <p:spPr>
          <a:xfrm>
            <a:off x="277499" y="734581"/>
            <a:ext cx="1383902" cy="1660159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3"/>
          <p:cNvSpPr/>
          <p:nvPr>
            <p:ph idx="3" type="pic"/>
          </p:nvPr>
        </p:nvSpPr>
        <p:spPr>
          <a:xfrm>
            <a:off x="277499" y="2521111"/>
            <a:ext cx="1383902" cy="1879153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3"/>
          <p:cNvSpPr/>
          <p:nvPr>
            <p:ph idx="4" type="pic"/>
          </p:nvPr>
        </p:nvSpPr>
        <p:spPr>
          <a:xfrm>
            <a:off x="1867636" y="850879"/>
            <a:ext cx="2589305" cy="3433114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3"/>
          <p:cNvSpPr txBox="1"/>
          <p:nvPr>
            <p:ph type="title"/>
          </p:nvPr>
        </p:nvSpPr>
        <p:spPr>
          <a:xfrm>
            <a:off x="5778183" y="1800704"/>
            <a:ext cx="2820605" cy="10235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277499" y="278843"/>
            <a:ext cx="3832806" cy="137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25;p10" id="183" name="Google Shape;183;p23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13" y="227646"/>
            <a:ext cx="867452" cy="20787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">
  <p:cSld name="CUSTOM_12">
    <p:bg>
      <p:bgPr>
        <a:solidFill>
          <a:schemeClr val="accen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277499" y="416239"/>
            <a:ext cx="8589014" cy="88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4572007" y="2571685"/>
            <a:ext cx="3585006" cy="1097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●"/>
              <a:defRPr>
                <a:solidFill>
                  <a:srgbClr val="49369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○"/>
              <a:defRPr>
                <a:solidFill>
                  <a:srgbClr val="49369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■"/>
              <a:defRPr>
                <a:solidFill>
                  <a:srgbClr val="49369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●"/>
              <a:defRPr>
                <a:solidFill>
                  <a:srgbClr val="49369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○"/>
              <a:defRPr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idx="2" type="body"/>
          </p:nvPr>
        </p:nvSpPr>
        <p:spPr>
          <a:xfrm>
            <a:off x="277499" y="2571677"/>
            <a:ext cx="3585006" cy="1097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2.pngGoogle Shape;132;p11" id="189" name="Google Shape;189;p24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62" y="205145"/>
            <a:ext cx="888052" cy="25284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4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_1">
  <p:cSld name="CUSTOM_12_1">
    <p:bg>
      <p:bgPr>
        <a:solidFill>
          <a:schemeClr val="accent2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277499" y="416239"/>
            <a:ext cx="3630906" cy="88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4839683" y="840428"/>
            <a:ext cx="3759006" cy="744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●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○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■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●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○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2.pngGoogle Shape;140;p12" id="194" name="Google Shape;194;p25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62" y="205145"/>
            <a:ext cx="888052" cy="252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.pngGoogle Shape;141;p12" id="195" name="Google Shape;1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8" y="610384"/>
            <a:ext cx="191996" cy="19199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 txBox="1"/>
          <p:nvPr>
            <p:ph idx="2" type="body"/>
          </p:nvPr>
        </p:nvSpPr>
        <p:spPr>
          <a:xfrm>
            <a:off x="4839683" y="1845803"/>
            <a:ext cx="3759006" cy="744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44;p12" id="197" name="Google Shape;19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8" y="1615759"/>
            <a:ext cx="191996" cy="19199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 txBox="1"/>
          <p:nvPr>
            <p:ph idx="3" type="body"/>
          </p:nvPr>
        </p:nvSpPr>
        <p:spPr>
          <a:xfrm>
            <a:off x="4839683" y="2851178"/>
            <a:ext cx="3759006" cy="744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47;p12" id="199" name="Google Shape;1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8" y="2621135"/>
            <a:ext cx="191996" cy="19199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5"/>
          <p:cNvSpPr txBox="1"/>
          <p:nvPr>
            <p:ph idx="4" type="body"/>
          </p:nvPr>
        </p:nvSpPr>
        <p:spPr>
          <a:xfrm>
            <a:off x="4839683" y="3864753"/>
            <a:ext cx="3759006" cy="744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50;p12" id="201" name="Google Shape;2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8" y="3634708"/>
            <a:ext cx="191996" cy="1919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25"/>
          <p:cNvCxnSpPr/>
          <p:nvPr/>
        </p:nvCxnSpPr>
        <p:spPr>
          <a:xfrm>
            <a:off x="4278058" y="287392"/>
            <a:ext cx="0" cy="4573385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25"/>
          <p:cNvSpPr txBox="1"/>
          <p:nvPr>
            <p:ph idx="5" type="body"/>
          </p:nvPr>
        </p:nvSpPr>
        <p:spPr>
          <a:xfrm>
            <a:off x="277499" y="1061839"/>
            <a:ext cx="3428706" cy="20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4" name="Google Shape;204;p25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3">
  <p:cSld name="CUSTOM_13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/>
        </p:nvSpPr>
        <p:spPr>
          <a:xfrm>
            <a:off x="277499" y="1934878"/>
            <a:ext cx="830101" cy="11543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6300"/>
              <a:buFont typeface="Work Sans"/>
              <a:buNone/>
            </a:pPr>
            <a:r>
              <a:rPr b="1" i="0" lang="en" sz="63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 txBox="1"/>
          <p:nvPr>
            <p:ph type="title"/>
          </p:nvPr>
        </p:nvSpPr>
        <p:spPr>
          <a:xfrm>
            <a:off x="277499" y="416239"/>
            <a:ext cx="8589014" cy="88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08" name="Google Shape;208;p26"/>
          <p:cNvSpPr txBox="1"/>
          <p:nvPr>
            <p:ph idx="1" type="body"/>
          </p:nvPr>
        </p:nvSpPr>
        <p:spPr>
          <a:xfrm>
            <a:off x="545226" y="3722905"/>
            <a:ext cx="3550506" cy="106677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9" name="Google Shape;209;p26"/>
          <p:cNvSpPr txBox="1"/>
          <p:nvPr>
            <p:ph idx="2" type="body"/>
          </p:nvPr>
        </p:nvSpPr>
        <p:spPr>
          <a:xfrm>
            <a:off x="545226" y="2315266"/>
            <a:ext cx="3550506" cy="1097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10" name="Google Shape;210;p26"/>
          <p:cNvSpPr txBox="1"/>
          <p:nvPr/>
        </p:nvSpPr>
        <p:spPr>
          <a:xfrm>
            <a:off x="4309300" y="1934878"/>
            <a:ext cx="830101" cy="11543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6300"/>
              <a:buFont typeface="Work Sans"/>
              <a:buNone/>
            </a:pPr>
            <a:r>
              <a:rPr b="1" i="0" lang="en" sz="63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 txBox="1"/>
          <p:nvPr>
            <p:ph idx="3" type="body"/>
          </p:nvPr>
        </p:nvSpPr>
        <p:spPr>
          <a:xfrm>
            <a:off x="4577025" y="2315266"/>
            <a:ext cx="3550506" cy="1097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64;p13" id="212" name="Google Shape;212;p26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13" y="227646"/>
            <a:ext cx="867452" cy="20787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6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5">
  <p:cSld name="CUSTOM_15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 txBox="1"/>
          <p:nvPr>
            <p:ph type="title"/>
          </p:nvPr>
        </p:nvSpPr>
        <p:spPr>
          <a:xfrm>
            <a:off x="5321933" y="506087"/>
            <a:ext cx="3544506" cy="579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Montserrat SemiBold"/>
              <a:buNone/>
              <a:defRPr sz="2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16" name="Google Shape;216;p27"/>
          <p:cNvSpPr/>
          <p:nvPr>
            <p:ph idx="2" type="pic"/>
          </p:nvPr>
        </p:nvSpPr>
        <p:spPr>
          <a:xfrm>
            <a:off x="4572007" y="526812"/>
            <a:ext cx="4026907" cy="4333091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277499" y="278843"/>
            <a:ext cx="3832806" cy="137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69;p14" id="218" name="Google Shape;218;p27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13" y="227646"/>
            <a:ext cx="867452" cy="20787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7_1">
  <p:cSld name="CUSTOM_17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/>
          <p:nvPr>
            <p:ph idx="1" type="body"/>
          </p:nvPr>
        </p:nvSpPr>
        <p:spPr>
          <a:xfrm>
            <a:off x="277499" y="3324568"/>
            <a:ext cx="1759203" cy="2900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2" name="Google Shape;222;p28"/>
          <p:cNvSpPr/>
          <p:nvPr>
            <p:ph idx="2" type="pic"/>
          </p:nvPr>
        </p:nvSpPr>
        <p:spPr>
          <a:xfrm>
            <a:off x="289100" y="1336747"/>
            <a:ext cx="1751056" cy="1772956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8"/>
          <p:cNvSpPr/>
          <p:nvPr>
            <p:ph idx="3" type="pic"/>
          </p:nvPr>
        </p:nvSpPr>
        <p:spPr>
          <a:xfrm>
            <a:off x="2167691" y="1336747"/>
            <a:ext cx="1751056" cy="1772956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28"/>
          <p:cNvSpPr/>
          <p:nvPr>
            <p:ph idx="4" type="pic"/>
          </p:nvPr>
        </p:nvSpPr>
        <p:spPr>
          <a:xfrm>
            <a:off x="4046281" y="1336747"/>
            <a:ext cx="1751056" cy="1772956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28"/>
          <p:cNvSpPr/>
          <p:nvPr>
            <p:ph idx="5" type="pic"/>
          </p:nvPr>
        </p:nvSpPr>
        <p:spPr>
          <a:xfrm>
            <a:off x="5912723" y="1336747"/>
            <a:ext cx="1751057" cy="1772956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28"/>
          <p:cNvSpPr txBox="1"/>
          <p:nvPr>
            <p:ph idx="6" type="body"/>
          </p:nvPr>
        </p:nvSpPr>
        <p:spPr>
          <a:xfrm>
            <a:off x="277499" y="3660001"/>
            <a:ext cx="1759203" cy="498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7" name="Google Shape;227;p28"/>
          <p:cNvSpPr txBox="1"/>
          <p:nvPr>
            <p:ph idx="7" type="body"/>
          </p:nvPr>
        </p:nvSpPr>
        <p:spPr>
          <a:xfrm>
            <a:off x="2163641" y="3660001"/>
            <a:ext cx="1759203" cy="498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8" name="Google Shape;228;p28"/>
          <p:cNvSpPr txBox="1"/>
          <p:nvPr>
            <p:ph idx="8" type="body"/>
          </p:nvPr>
        </p:nvSpPr>
        <p:spPr>
          <a:xfrm>
            <a:off x="4049782" y="3660001"/>
            <a:ext cx="1759203" cy="498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9" name="Google Shape;229;p28"/>
          <p:cNvSpPr txBox="1"/>
          <p:nvPr>
            <p:ph idx="9" type="body"/>
          </p:nvPr>
        </p:nvSpPr>
        <p:spPr>
          <a:xfrm>
            <a:off x="5900123" y="3660001"/>
            <a:ext cx="1759203" cy="498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0" name="Google Shape;230;p28"/>
          <p:cNvSpPr txBox="1"/>
          <p:nvPr>
            <p:ph type="title"/>
          </p:nvPr>
        </p:nvSpPr>
        <p:spPr>
          <a:xfrm>
            <a:off x="277499" y="416239"/>
            <a:ext cx="8589014" cy="88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87;p15" id="231" name="Google Shape;231;p28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13" y="227646"/>
            <a:ext cx="867452" cy="20787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8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/>
          <p:nvPr>
            <p:ph idx="2" type="pic"/>
          </p:nvPr>
        </p:nvSpPr>
        <p:spPr>
          <a:xfrm>
            <a:off x="277499" y="1170395"/>
            <a:ext cx="8589014" cy="3689608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9"/>
          <p:cNvSpPr txBox="1"/>
          <p:nvPr>
            <p:ph type="title"/>
          </p:nvPr>
        </p:nvSpPr>
        <p:spPr>
          <a:xfrm>
            <a:off x="545226" y="277492"/>
            <a:ext cx="8053513" cy="59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36" name="Google Shape;236;p29"/>
          <p:cNvSpPr txBox="1"/>
          <p:nvPr>
            <p:ph idx="12" type="sldNum"/>
          </p:nvPr>
        </p:nvSpPr>
        <p:spPr>
          <a:xfrm>
            <a:off x="4419608" y="4627446"/>
            <a:ext cx="2133604" cy="276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_1">
  <p:cSld name="CUSTOM_21_1_1_1_1">
    <p:bg>
      <p:bgPr>
        <a:solidFill>
          <a:srgbClr val="49369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"/>
          <p:cNvSpPr/>
          <p:nvPr/>
        </p:nvSpPr>
        <p:spPr>
          <a:xfrm>
            <a:off x="163549" y="153947"/>
            <a:ext cx="8803514" cy="4819979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0"/>
          <p:cNvSpPr txBox="1"/>
          <p:nvPr>
            <p:ph type="title"/>
          </p:nvPr>
        </p:nvSpPr>
        <p:spPr>
          <a:xfrm>
            <a:off x="457201" y="408387"/>
            <a:ext cx="8141713" cy="519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40" name="Google Shape;240;p30"/>
          <p:cNvSpPr/>
          <p:nvPr/>
        </p:nvSpPr>
        <p:spPr>
          <a:xfrm>
            <a:off x="7583136" y="4743956"/>
            <a:ext cx="1560903" cy="399590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0"/>
          <p:cNvSpPr txBox="1"/>
          <p:nvPr>
            <p:ph idx="1" type="body"/>
          </p:nvPr>
        </p:nvSpPr>
        <p:spPr>
          <a:xfrm>
            <a:off x="457201" y="927776"/>
            <a:ext cx="3832806" cy="191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97;p17" id="242" name="Google Shape;242;p30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7761829" y="4819841"/>
            <a:ext cx="852440" cy="19198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>
            <p:ph idx="2" type="body"/>
          </p:nvPr>
        </p:nvSpPr>
        <p:spPr>
          <a:xfrm>
            <a:off x="457201" y="1652257"/>
            <a:ext cx="4115107" cy="19730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4" name="Google Shape;244;p30"/>
          <p:cNvSpPr txBox="1"/>
          <p:nvPr>
            <p:ph idx="12" type="sldNum"/>
          </p:nvPr>
        </p:nvSpPr>
        <p:spPr>
          <a:xfrm>
            <a:off x="8826153" y="4853866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erence A">
  <p:cSld name="Conference A">
    <p:bg>
      <p:bgPr>
        <a:solidFill>
          <a:srgbClr val="49369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/>
          <p:nvPr/>
        </p:nvSpPr>
        <p:spPr>
          <a:xfrm>
            <a:off x="163550" y="153947"/>
            <a:ext cx="8803514" cy="4819979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50" lIns="34250" spcFirstLastPara="1" rIns="34250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1"/>
          <p:cNvSpPr txBox="1"/>
          <p:nvPr>
            <p:ph type="title"/>
          </p:nvPr>
        </p:nvSpPr>
        <p:spPr>
          <a:xfrm>
            <a:off x="457201" y="408386"/>
            <a:ext cx="8141713" cy="519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48" name="Google Shape;248;p31"/>
          <p:cNvSpPr/>
          <p:nvPr/>
        </p:nvSpPr>
        <p:spPr>
          <a:xfrm>
            <a:off x="7583136" y="4743956"/>
            <a:ext cx="1560903" cy="399590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34250" lIns="34250" spcFirstLastPara="1" rIns="34250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1"/>
          <p:cNvSpPr txBox="1"/>
          <p:nvPr>
            <p:ph idx="1" type="body"/>
          </p:nvPr>
        </p:nvSpPr>
        <p:spPr>
          <a:xfrm>
            <a:off x="457201" y="927777"/>
            <a:ext cx="3832806" cy="191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97;p17" id="250" name="Google Shape;250;p31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7761828" y="4819841"/>
            <a:ext cx="852449" cy="191987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1"/>
          <p:cNvSpPr txBox="1"/>
          <p:nvPr>
            <p:ph idx="2" type="body"/>
          </p:nvPr>
        </p:nvSpPr>
        <p:spPr>
          <a:xfrm>
            <a:off x="457201" y="1652259"/>
            <a:ext cx="4115107" cy="19730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12" type="sldNum"/>
          </p:nvPr>
        </p:nvSpPr>
        <p:spPr>
          <a:xfrm>
            <a:off x="8826153" y="4853866"/>
            <a:ext cx="126900" cy="1076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idx="12" type="sldNum"/>
          </p:nvPr>
        </p:nvSpPr>
        <p:spPr>
          <a:xfrm>
            <a:off x="8755658" y="4749732"/>
            <a:ext cx="349800" cy="353991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45226" y="277492"/>
            <a:ext cx="8053513" cy="59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1" y="1200120"/>
            <a:ext cx="8229614" cy="3943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419608" y="4627446"/>
            <a:ext cx="2133604" cy="276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white.pngGoogle Shape;16;p2" id="259" name="Google Shape;25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850" y="466634"/>
            <a:ext cx="1112073" cy="207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4165" y="674504"/>
            <a:ext cx="3636527" cy="3636527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3"/>
          <p:cNvSpPr txBox="1"/>
          <p:nvPr>
            <p:ph type="title"/>
          </p:nvPr>
        </p:nvSpPr>
        <p:spPr>
          <a:xfrm>
            <a:off x="284850" y="779645"/>
            <a:ext cx="39192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</a:rPr>
              <a:t>AI Vision Feasibility Tests</a:t>
            </a:r>
            <a:endParaRPr b="1" sz="4000">
              <a:solidFill>
                <a:srgbClr val="FAF9FE"/>
              </a:solidFill>
            </a:endParaRPr>
          </a:p>
        </p:txBody>
      </p:sp>
      <p:sp>
        <p:nvSpPr>
          <p:cNvPr id="262" name="Google Shape;262;p33"/>
          <p:cNvSpPr txBox="1"/>
          <p:nvPr/>
        </p:nvSpPr>
        <p:spPr>
          <a:xfrm>
            <a:off x="112650" y="3425764"/>
            <a:ext cx="43008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 lnSpcReduction="10000"/>
          </a:bodyPr>
          <a:lstStyle/>
          <a:p>
            <a:pPr indent="0" lvl="0" marL="0" marR="0" rtl="0" algn="l">
              <a:lnSpc>
                <a:spcPct val="1218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38462"/>
              <a:buFont typeface="Arial"/>
              <a:buNone/>
            </a:pPr>
            <a:r>
              <a:rPr b="1" lang="en" sz="26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Site: {{ site }}</a:t>
            </a:r>
            <a:br>
              <a:rPr b="1" lang="en" sz="26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b="1" lang="en" sz="26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Project: {{ project_name }}</a:t>
            </a:r>
            <a:br>
              <a:rPr b="1" i="0" lang="en" sz="26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b="1" i="0" lang="en" sz="26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Date: {{ date }}</a:t>
            </a:r>
            <a:br>
              <a:rPr b="1" i="0" lang="en" sz="26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b="1" lang="en" sz="26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Sales engineer name: {{ se_name }}</a:t>
            </a:r>
            <a:endParaRPr b="0" sz="1900" u="none" cap="none" strike="noStrik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verview Deck">
  <a:themeElements>
    <a:clrScheme name="Overview Deck">
      <a:dk1>
        <a:srgbClr val="493691"/>
      </a:dk1>
      <a:lt1>
        <a:srgbClr val="FAF9FE"/>
      </a:lt1>
      <a:dk2>
        <a:srgbClr val="A7A7A7"/>
      </a:dk2>
      <a:lt2>
        <a:srgbClr val="535353"/>
      </a:lt2>
      <a:accent1>
        <a:srgbClr val="AF9EF3"/>
      </a:accent1>
      <a:accent2>
        <a:srgbClr val="FAF9FE"/>
      </a:accent2>
      <a:accent3>
        <a:srgbClr val="532EE3"/>
      </a:accent3>
      <a:accent4>
        <a:srgbClr val="4B465E"/>
      </a:accent4>
      <a:accent5>
        <a:srgbClr val="2E1A7F"/>
      </a:accent5>
      <a:accent6>
        <a:srgbClr val="56C194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