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256" r:id="rId7"/>
  </p:sldIdLst>
  <p:sldSz cy="5143500" cx="9144000"/>
  <p:notesSz cx="6858000" cy="9144000"/>
  <p:embeddedFontLst>
    <p:embeddedFont>
      <p:font typeface="Montserrat SemiBold"/>
      <p:regular r:id="rId8"/>
      <p:bold r:id="rId9"/>
      <p:italic r:id="rId10"/>
      <p:boldItalic r:id="rId11"/>
    </p:embeddedFont>
    <p:embeddedFont>
      <p:font typeface="Proxima Nova"/>
      <p:regular r:id="rId12"/>
      <p:bold r:id="rId13"/>
      <p:italic r:id="rId14"/>
      <p:boldItalic r:id="rId15"/>
    </p:embeddedFont>
    <p:embeddedFont>
      <p:font typeface="Montserrat"/>
      <p:regular r:id="rId16"/>
      <p:bold r:id="rId17"/>
      <p:italic r:id="rId18"/>
      <p:boldItalic r:id="rId19"/>
    </p:embeddedFont>
    <p:embeddedFont>
      <p:font typeface="Montserrat Medium"/>
      <p:regular r:id="rId20"/>
      <p:bold r:id="rId21"/>
      <p:italic r:id="rId22"/>
      <p:boldItalic r:id="rId23"/>
    </p:embeddedFont>
    <p:embeddedFont>
      <p:font typeface="Work Sans"/>
      <p:regular r:id="rId24"/>
      <p:bold r:id="rId25"/>
      <p:italic r:id="rId26"/>
      <p:boldItalic r:id="rId27"/>
    </p:embeddedFont>
    <p:embeddedFont>
      <p:font typeface="Host Grotesk SemiBold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Medium-regular.fntdata"/><Relationship Id="rId22" Type="http://schemas.openxmlformats.org/officeDocument/2006/relationships/font" Target="fonts/MontserratMedium-italic.fntdata"/><Relationship Id="rId21" Type="http://schemas.openxmlformats.org/officeDocument/2006/relationships/font" Target="fonts/MontserratMedium-bold.fntdata"/><Relationship Id="rId24" Type="http://schemas.openxmlformats.org/officeDocument/2006/relationships/font" Target="fonts/WorkSans-regular.fntdata"/><Relationship Id="rId23" Type="http://schemas.openxmlformats.org/officeDocument/2006/relationships/font" Target="fonts/MontserratMedium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MontserratSemiBold-bold.fntdata"/><Relationship Id="rId26" Type="http://schemas.openxmlformats.org/officeDocument/2006/relationships/font" Target="fonts/WorkSans-italic.fntdata"/><Relationship Id="rId25" Type="http://schemas.openxmlformats.org/officeDocument/2006/relationships/font" Target="fonts/WorkSans-bold.fntdata"/><Relationship Id="rId28" Type="http://schemas.openxmlformats.org/officeDocument/2006/relationships/font" Target="fonts/HostGroteskSemiBold-regular.fntdata"/><Relationship Id="rId27" Type="http://schemas.openxmlformats.org/officeDocument/2006/relationships/font" Target="fonts/WorkSans-bold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HostGroteskSemiBold-bold.fntdata"/><Relationship Id="rId7" Type="http://schemas.openxmlformats.org/officeDocument/2006/relationships/slide" Target="slides/slide1.xml"/><Relationship Id="rId8" Type="http://schemas.openxmlformats.org/officeDocument/2006/relationships/font" Target="fonts/MontserratSemiBold-regular.fntdata"/><Relationship Id="rId31" Type="http://schemas.openxmlformats.org/officeDocument/2006/relationships/font" Target="fonts/HostGroteskSemiBold-boldItalic.fntdata"/><Relationship Id="rId30" Type="http://schemas.openxmlformats.org/officeDocument/2006/relationships/font" Target="fonts/HostGroteskSemiBold-italic.fntdata"/><Relationship Id="rId11" Type="http://schemas.openxmlformats.org/officeDocument/2006/relationships/font" Target="fonts/MontserratSemiBold-boldItalic.fntdata"/><Relationship Id="rId10" Type="http://schemas.openxmlformats.org/officeDocument/2006/relationships/font" Target="fonts/MontserratSemiBold-italic.fntdata"/><Relationship Id="rId13" Type="http://schemas.openxmlformats.org/officeDocument/2006/relationships/font" Target="fonts/ProximaNova-bold.fntdata"/><Relationship Id="rId12" Type="http://schemas.openxmlformats.org/officeDocument/2006/relationships/font" Target="fonts/ProximaNova-regular.fntdata"/><Relationship Id="rId15" Type="http://schemas.openxmlformats.org/officeDocument/2006/relationships/font" Target="fonts/ProximaNova-boldItalic.fntdata"/><Relationship Id="rId14" Type="http://schemas.openxmlformats.org/officeDocument/2006/relationships/font" Target="fonts/ProximaNova-italic.fntdata"/><Relationship Id="rId17" Type="http://schemas.openxmlformats.org/officeDocument/2006/relationships/font" Target="fonts/Montserrat-bold.fntdata"/><Relationship Id="rId16" Type="http://schemas.openxmlformats.org/officeDocument/2006/relationships/font" Target="fonts/Montserrat-regular.fntdata"/><Relationship Id="rId19" Type="http://schemas.openxmlformats.org/officeDocument/2006/relationships/font" Target="fonts/Montserrat-boldItalic.fntdata"/><Relationship Id="rId18" Type="http://schemas.openxmlformats.org/officeDocument/2006/relationships/font" Target="fonts/Montserrat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f6ecb44592_2_2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g3f6ecb44592_2_205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">
  <p:cSld name="CUSTOM_21_1_1_1">
    <p:bg>
      <p:bgPr>
        <a:solidFill>
          <a:schemeClr val="accent2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277499" y="416239"/>
            <a:ext cx="8589014" cy="8849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" type="body"/>
          </p:nvPr>
        </p:nvSpPr>
        <p:spPr>
          <a:xfrm>
            <a:off x="277499" y="278843"/>
            <a:ext cx="3832806" cy="1373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739561" y="4757647"/>
            <a:ext cx="126900" cy="122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 type="tx">
  <p:cSld name="TITLE_AND_BODY">
    <p:bg>
      <p:bgPr>
        <a:solidFill>
          <a:srgbClr val="49369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284850" y="1412290"/>
            <a:ext cx="3919206" cy="22580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500"/>
              <a:buFont typeface="Montserrat SemiBold"/>
              <a:buNone/>
              <a:defRPr sz="35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60" name="Google Shape;60;p15"/>
          <p:cNvSpPr/>
          <p:nvPr/>
        </p:nvSpPr>
        <p:spPr>
          <a:xfrm>
            <a:off x="4581858" y="0"/>
            <a:ext cx="4562108" cy="5143371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5"/>
          <p:cNvSpPr txBox="1"/>
          <p:nvPr>
            <p:ph idx="1" type="body"/>
          </p:nvPr>
        </p:nvSpPr>
        <p:spPr>
          <a:xfrm>
            <a:off x="277499" y="278843"/>
            <a:ext cx="3832806" cy="1373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cxnSp>
        <p:nvCxnSpPr>
          <p:cNvPr id="62" name="Google Shape;62;p15"/>
          <p:cNvCxnSpPr/>
          <p:nvPr/>
        </p:nvCxnSpPr>
        <p:spPr>
          <a:xfrm rot="10800000">
            <a:off x="4585543" y="1327668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" name="Google Shape;63;p15"/>
          <p:cNvCxnSpPr/>
          <p:nvPr/>
        </p:nvCxnSpPr>
        <p:spPr>
          <a:xfrm rot="10800000">
            <a:off x="4585543" y="1814669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" name="Google Shape;64;p15"/>
          <p:cNvCxnSpPr/>
          <p:nvPr/>
        </p:nvCxnSpPr>
        <p:spPr>
          <a:xfrm rot="10800000">
            <a:off x="4585543" y="2301722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" name="Google Shape;65;p15"/>
          <p:cNvCxnSpPr/>
          <p:nvPr/>
        </p:nvCxnSpPr>
        <p:spPr>
          <a:xfrm rot="10800000">
            <a:off x="4585543" y="2788772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" name="Google Shape;66;p15"/>
          <p:cNvCxnSpPr/>
          <p:nvPr/>
        </p:nvCxnSpPr>
        <p:spPr>
          <a:xfrm rot="10800000">
            <a:off x="4585543" y="3275825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" name="Google Shape;67;p15"/>
          <p:cNvCxnSpPr/>
          <p:nvPr/>
        </p:nvCxnSpPr>
        <p:spPr>
          <a:xfrm rot="10800000">
            <a:off x="4585543" y="3762824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" name="Google Shape;68;p15"/>
          <p:cNvCxnSpPr/>
          <p:nvPr/>
        </p:nvCxnSpPr>
        <p:spPr>
          <a:xfrm rot="10800000">
            <a:off x="4585543" y="4249878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" name="Google Shape;69;p15"/>
          <p:cNvCxnSpPr/>
          <p:nvPr/>
        </p:nvCxnSpPr>
        <p:spPr>
          <a:xfrm rot="10800000">
            <a:off x="4585543" y="4736852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0" name="Google Shape;70;p15"/>
          <p:cNvCxnSpPr/>
          <p:nvPr/>
        </p:nvCxnSpPr>
        <p:spPr>
          <a:xfrm rot="10800000">
            <a:off x="4585543" y="353562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1" name="Google Shape;71;p15"/>
          <p:cNvCxnSpPr/>
          <p:nvPr/>
        </p:nvCxnSpPr>
        <p:spPr>
          <a:xfrm rot="10800000">
            <a:off x="4585543" y="840615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72" name="Google Shape;72;p15"/>
          <p:cNvGrpSpPr/>
          <p:nvPr/>
        </p:nvGrpSpPr>
        <p:grpSpPr>
          <a:xfrm>
            <a:off x="4586636" y="-102"/>
            <a:ext cx="4337483" cy="5143371"/>
            <a:chOff x="1" y="0"/>
            <a:chExt cx="5783156" cy="6857828"/>
          </a:xfrm>
        </p:grpSpPr>
        <p:cxnSp>
          <p:nvCxnSpPr>
            <p:cNvPr id="73" name="Google Shape;73;p15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4" name="Google Shape;74;p15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5" name="Google Shape;75;p15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6" name="Google Shape;76;p15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7" name="Google Shape;77;p15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8" name="Google Shape;78;p15"/>
            <p:cNvCxnSpPr/>
            <p:nvPr/>
          </p:nvCxnSpPr>
          <p:spPr>
            <a:xfrm>
              <a:off x="321268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9" name="Google Shape;79;p15"/>
            <p:cNvCxnSpPr/>
            <p:nvPr/>
          </p:nvCxnSpPr>
          <p:spPr>
            <a:xfrm>
              <a:off x="385532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0" name="Google Shape;80;p15"/>
            <p:cNvCxnSpPr/>
            <p:nvPr/>
          </p:nvCxnSpPr>
          <p:spPr>
            <a:xfrm>
              <a:off x="449786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1" name="Google Shape;81;p15"/>
            <p:cNvCxnSpPr/>
            <p:nvPr/>
          </p:nvCxnSpPr>
          <p:spPr>
            <a:xfrm>
              <a:off x="514052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2" name="Google Shape;82;p15"/>
            <p:cNvCxnSpPr/>
            <p:nvPr/>
          </p:nvCxnSpPr>
          <p:spPr>
            <a:xfrm>
              <a:off x="578315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83" name="Google Shape;83;p15"/>
          <p:cNvSpPr txBox="1"/>
          <p:nvPr>
            <p:ph idx="12" type="sldNum"/>
          </p:nvPr>
        </p:nvSpPr>
        <p:spPr>
          <a:xfrm>
            <a:off x="4419608" y="4627446"/>
            <a:ext cx="2133604" cy="27689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">
  <p:cSld name="BLANK_1_1_1">
    <p:bg>
      <p:bgPr>
        <a:solidFill>
          <a:srgbClr val="49369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/>
          <p:nvPr/>
        </p:nvSpPr>
        <p:spPr>
          <a:xfrm>
            <a:off x="281924" y="276242"/>
            <a:ext cx="8589014" cy="4598885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6"/>
          <p:cNvSpPr txBox="1"/>
          <p:nvPr>
            <p:ph type="title"/>
          </p:nvPr>
        </p:nvSpPr>
        <p:spPr>
          <a:xfrm>
            <a:off x="2598478" y="3492988"/>
            <a:ext cx="5985310" cy="99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sz="4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87" name="Google Shape;87;p16"/>
          <p:cNvSpPr txBox="1"/>
          <p:nvPr>
            <p:ph idx="12" type="sldNum"/>
          </p:nvPr>
        </p:nvSpPr>
        <p:spPr>
          <a:xfrm>
            <a:off x="4419608" y="4627446"/>
            <a:ext cx="2133604" cy="27689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>
            <p:ph idx="1" type="body"/>
          </p:nvPr>
        </p:nvSpPr>
        <p:spPr>
          <a:xfrm>
            <a:off x="417937" y="2663168"/>
            <a:ext cx="1337402" cy="39089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0" name="Google Shape;90;p17"/>
          <p:cNvSpPr txBox="1"/>
          <p:nvPr>
            <p:ph idx="2" type="body"/>
          </p:nvPr>
        </p:nvSpPr>
        <p:spPr>
          <a:xfrm>
            <a:off x="417811" y="3187755"/>
            <a:ext cx="1337402" cy="11768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1" name="Google Shape;91;p17"/>
          <p:cNvSpPr txBox="1"/>
          <p:nvPr>
            <p:ph idx="3" type="body"/>
          </p:nvPr>
        </p:nvSpPr>
        <p:spPr>
          <a:xfrm>
            <a:off x="2167328" y="3187755"/>
            <a:ext cx="1337402" cy="117687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2" name="Google Shape;92;p17"/>
          <p:cNvSpPr txBox="1"/>
          <p:nvPr>
            <p:ph idx="4" type="body"/>
          </p:nvPr>
        </p:nvSpPr>
        <p:spPr>
          <a:xfrm>
            <a:off x="3903307" y="3187755"/>
            <a:ext cx="1337402" cy="117687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5" type="body"/>
          </p:nvPr>
        </p:nvSpPr>
        <p:spPr>
          <a:xfrm>
            <a:off x="5648633" y="3187755"/>
            <a:ext cx="1337402" cy="117687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6" type="body"/>
          </p:nvPr>
        </p:nvSpPr>
        <p:spPr>
          <a:xfrm>
            <a:off x="7385303" y="3187755"/>
            <a:ext cx="1337402" cy="117687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5" name="Google Shape;95;p17"/>
          <p:cNvSpPr txBox="1"/>
          <p:nvPr>
            <p:ph type="title"/>
          </p:nvPr>
        </p:nvSpPr>
        <p:spPr>
          <a:xfrm>
            <a:off x="277499" y="416239"/>
            <a:ext cx="8589014" cy="8849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2.pngGoogle Shape;37;p4" id="96" name="Google Shape;96;p17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7986362" y="205145"/>
            <a:ext cx="888052" cy="252844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7"/>
          <p:cNvSpPr txBox="1"/>
          <p:nvPr>
            <p:ph idx="12" type="sldNum"/>
          </p:nvPr>
        </p:nvSpPr>
        <p:spPr>
          <a:xfrm>
            <a:off x="8739561" y="4757647"/>
            <a:ext cx="126900" cy="122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>
  <p:cSld name="CUSTOM_25">
    <p:bg>
      <p:bgPr>
        <a:solidFill>
          <a:srgbClr val="49369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title"/>
          </p:nvPr>
        </p:nvSpPr>
        <p:spPr>
          <a:xfrm>
            <a:off x="284850" y="1412290"/>
            <a:ext cx="3919206" cy="22580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500"/>
              <a:buFont typeface="Montserrat SemiBold"/>
              <a:buNone/>
              <a:defRPr sz="35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00" name="Google Shape;100;p18"/>
          <p:cNvSpPr/>
          <p:nvPr/>
        </p:nvSpPr>
        <p:spPr>
          <a:xfrm>
            <a:off x="4581858" y="0"/>
            <a:ext cx="4562108" cy="5143371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8"/>
          <p:cNvSpPr txBox="1"/>
          <p:nvPr>
            <p:ph idx="1" type="body"/>
          </p:nvPr>
        </p:nvSpPr>
        <p:spPr>
          <a:xfrm>
            <a:off x="277499" y="278843"/>
            <a:ext cx="3832806" cy="1373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cxnSp>
        <p:nvCxnSpPr>
          <p:cNvPr id="102" name="Google Shape;102;p18"/>
          <p:cNvCxnSpPr/>
          <p:nvPr/>
        </p:nvCxnSpPr>
        <p:spPr>
          <a:xfrm rot="10800000">
            <a:off x="4585543" y="1327668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3" name="Google Shape;103;p18"/>
          <p:cNvCxnSpPr/>
          <p:nvPr/>
        </p:nvCxnSpPr>
        <p:spPr>
          <a:xfrm rot="10800000">
            <a:off x="4585543" y="1814669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4" name="Google Shape;104;p18"/>
          <p:cNvCxnSpPr/>
          <p:nvPr/>
        </p:nvCxnSpPr>
        <p:spPr>
          <a:xfrm rot="10800000">
            <a:off x="4585543" y="2301722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5" name="Google Shape;105;p18"/>
          <p:cNvCxnSpPr/>
          <p:nvPr/>
        </p:nvCxnSpPr>
        <p:spPr>
          <a:xfrm rot="10800000">
            <a:off x="4585543" y="2788772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6" name="Google Shape;106;p18"/>
          <p:cNvCxnSpPr/>
          <p:nvPr/>
        </p:nvCxnSpPr>
        <p:spPr>
          <a:xfrm rot="10800000">
            <a:off x="4585543" y="3275825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" name="Google Shape;107;p18"/>
          <p:cNvCxnSpPr/>
          <p:nvPr/>
        </p:nvCxnSpPr>
        <p:spPr>
          <a:xfrm rot="10800000">
            <a:off x="4585543" y="3762824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8" name="Google Shape;108;p18"/>
          <p:cNvCxnSpPr/>
          <p:nvPr/>
        </p:nvCxnSpPr>
        <p:spPr>
          <a:xfrm rot="10800000">
            <a:off x="4585543" y="4249878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9" name="Google Shape;109;p18"/>
          <p:cNvCxnSpPr/>
          <p:nvPr/>
        </p:nvCxnSpPr>
        <p:spPr>
          <a:xfrm rot="10800000">
            <a:off x="4585543" y="4736852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0" name="Google Shape;110;p18"/>
          <p:cNvCxnSpPr/>
          <p:nvPr/>
        </p:nvCxnSpPr>
        <p:spPr>
          <a:xfrm rot="10800000">
            <a:off x="4585543" y="353562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" name="Google Shape;111;p18"/>
          <p:cNvCxnSpPr/>
          <p:nvPr/>
        </p:nvCxnSpPr>
        <p:spPr>
          <a:xfrm rot="10800000">
            <a:off x="4585543" y="840615"/>
            <a:ext cx="456210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12" name="Google Shape;112;p18"/>
          <p:cNvGrpSpPr/>
          <p:nvPr/>
        </p:nvGrpSpPr>
        <p:grpSpPr>
          <a:xfrm>
            <a:off x="4586636" y="-102"/>
            <a:ext cx="4337483" cy="5143371"/>
            <a:chOff x="1" y="0"/>
            <a:chExt cx="5783156" cy="6857828"/>
          </a:xfrm>
        </p:grpSpPr>
        <p:cxnSp>
          <p:nvCxnSpPr>
            <p:cNvPr id="113" name="Google Shape;113;p18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4" name="Google Shape;114;p18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5" name="Google Shape;115;p18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6" name="Google Shape;116;p18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7" name="Google Shape;117;p18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8" name="Google Shape;118;p18"/>
            <p:cNvCxnSpPr/>
            <p:nvPr/>
          </p:nvCxnSpPr>
          <p:spPr>
            <a:xfrm>
              <a:off x="321268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9" name="Google Shape;119;p18"/>
            <p:cNvCxnSpPr/>
            <p:nvPr/>
          </p:nvCxnSpPr>
          <p:spPr>
            <a:xfrm>
              <a:off x="385532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0" name="Google Shape;120;p18"/>
            <p:cNvCxnSpPr/>
            <p:nvPr/>
          </p:nvCxnSpPr>
          <p:spPr>
            <a:xfrm>
              <a:off x="449786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1" name="Google Shape;121;p18"/>
            <p:cNvCxnSpPr/>
            <p:nvPr/>
          </p:nvCxnSpPr>
          <p:spPr>
            <a:xfrm>
              <a:off x="514052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2" name="Google Shape;122;p18"/>
            <p:cNvCxnSpPr/>
            <p:nvPr/>
          </p:nvCxnSpPr>
          <p:spPr>
            <a:xfrm>
              <a:off x="578315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23" name="Google Shape;123;p18"/>
          <p:cNvSpPr txBox="1"/>
          <p:nvPr>
            <p:ph idx="12" type="sldNum"/>
          </p:nvPr>
        </p:nvSpPr>
        <p:spPr>
          <a:xfrm>
            <a:off x="4419608" y="4627446"/>
            <a:ext cx="2133604" cy="27689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3" type="title">
  <p:cSld name="TITLE">
    <p:bg>
      <p:bgPr>
        <a:solidFill>
          <a:srgbClr val="49369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/>
          <p:nvPr/>
        </p:nvSpPr>
        <p:spPr>
          <a:xfrm rot="10800000">
            <a:off x="281926" y="276243"/>
            <a:ext cx="8589014" cy="4598885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9"/>
          <p:cNvSpPr txBox="1"/>
          <p:nvPr>
            <p:ph idx="1" type="body"/>
          </p:nvPr>
        </p:nvSpPr>
        <p:spPr>
          <a:xfrm>
            <a:off x="821004" y="3923007"/>
            <a:ext cx="5859310" cy="4526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cxnSp>
        <p:nvCxnSpPr>
          <p:cNvPr id="127" name="Google Shape;127;p19"/>
          <p:cNvCxnSpPr/>
          <p:nvPr/>
        </p:nvCxnSpPr>
        <p:spPr>
          <a:xfrm>
            <a:off x="550876" y="792555"/>
            <a:ext cx="8052913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8" name="Google Shape;128;p19"/>
          <p:cNvCxnSpPr/>
          <p:nvPr/>
        </p:nvCxnSpPr>
        <p:spPr>
          <a:xfrm>
            <a:off x="550876" y="4521662"/>
            <a:ext cx="8045113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9" name="Google Shape;129;p19"/>
          <p:cNvSpPr txBox="1"/>
          <p:nvPr>
            <p:ph type="title"/>
          </p:nvPr>
        </p:nvSpPr>
        <p:spPr>
          <a:xfrm>
            <a:off x="795525" y="2244399"/>
            <a:ext cx="6121810" cy="14105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Montserrat SemiBold"/>
              <a:buNone/>
              <a:defRPr sz="5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-white.pngGoogle Shape;16;p2" id="130" name="Google Shape;130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50875" y="466634"/>
            <a:ext cx="1112075" cy="20787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9"/>
          <p:cNvSpPr txBox="1"/>
          <p:nvPr>
            <p:ph idx="12" type="sldNum"/>
          </p:nvPr>
        </p:nvSpPr>
        <p:spPr>
          <a:xfrm>
            <a:off x="4419608" y="4627446"/>
            <a:ext cx="2133604" cy="27689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">
  <p:cSld name="CUSTOM_21_1_1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 txBox="1"/>
          <p:nvPr>
            <p:ph type="title"/>
          </p:nvPr>
        </p:nvSpPr>
        <p:spPr>
          <a:xfrm>
            <a:off x="277499" y="416239"/>
            <a:ext cx="8589014" cy="8849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34" name="Google Shape;134;p20"/>
          <p:cNvSpPr txBox="1"/>
          <p:nvPr>
            <p:ph idx="1" type="body"/>
          </p:nvPr>
        </p:nvSpPr>
        <p:spPr>
          <a:xfrm>
            <a:off x="277499" y="278843"/>
            <a:ext cx="3832806" cy="1373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42;p5" id="135" name="Google Shape;135;p20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13" y="227646"/>
            <a:ext cx="867452" cy="207871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0"/>
          <p:cNvSpPr txBox="1"/>
          <p:nvPr>
            <p:ph idx="12" type="sldNum"/>
          </p:nvPr>
        </p:nvSpPr>
        <p:spPr>
          <a:xfrm>
            <a:off x="8739561" y="4757647"/>
            <a:ext cx="126900" cy="122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">
  <p:cSld name="BLANK_1_1_1_1_1_1">
    <p:bg>
      <p:bgPr>
        <a:solidFill>
          <a:srgbClr val="49369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38;p21"/>
          <p:cNvCxnSpPr/>
          <p:nvPr/>
        </p:nvCxnSpPr>
        <p:spPr>
          <a:xfrm rot="10800000">
            <a:off x="-18925" y="353570"/>
            <a:ext cx="915661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 rot="10800000">
            <a:off x="-18925" y="840622"/>
            <a:ext cx="915661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0" name="Google Shape;140;p21"/>
          <p:cNvCxnSpPr/>
          <p:nvPr/>
        </p:nvCxnSpPr>
        <p:spPr>
          <a:xfrm rot="10800000">
            <a:off x="-18925" y="1327672"/>
            <a:ext cx="915661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1" name="Google Shape;141;p21"/>
          <p:cNvCxnSpPr/>
          <p:nvPr/>
        </p:nvCxnSpPr>
        <p:spPr>
          <a:xfrm rot="10800000">
            <a:off x="-18925" y="1814672"/>
            <a:ext cx="915661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2" name="Google Shape;142;p21"/>
          <p:cNvCxnSpPr/>
          <p:nvPr/>
        </p:nvCxnSpPr>
        <p:spPr>
          <a:xfrm rot="10800000">
            <a:off x="-18925" y="2301724"/>
            <a:ext cx="915661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43" name="Google Shape;143;p21"/>
          <p:cNvGrpSpPr/>
          <p:nvPr/>
        </p:nvGrpSpPr>
        <p:grpSpPr>
          <a:xfrm>
            <a:off x="-3524" y="-102"/>
            <a:ext cx="9156718" cy="5143371"/>
            <a:chOff x="1" y="0"/>
            <a:chExt cx="12208632" cy="6857828"/>
          </a:xfrm>
        </p:grpSpPr>
        <p:cxnSp>
          <p:nvCxnSpPr>
            <p:cNvPr id="144" name="Google Shape;144;p21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7" name="Google Shape;147;p21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8" name="Google Shape;148;p21"/>
            <p:cNvCxnSpPr/>
            <p:nvPr/>
          </p:nvCxnSpPr>
          <p:spPr>
            <a:xfrm>
              <a:off x="3212686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9" name="Google Shape;149;p21"/>
            <p:cNvCxnSpPr/>
            <p:nvPr/>
          </p:nvCxnSpPr>
          <p:spPr>
            <a:xfrm>
              <a:off x="385522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0" name="Google Shape;150;p21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1" name="Google Shape;151;p21"/>
            <p:cNvCxnSpPr/>
            <p:nvPr/>
          </p:nvCxnSpPr>
          <p:spPr>
            <a:xfrm>
              <a:off x="449775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2" name="Google Shape;152;p21"/>
            <p:cNvCxnSpPr/>
            <p:nvPr/>
          </p:nvCxnSpPr>
          <p:spPr>
            <a:xfrm>
              <a:off x="514029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3" name="Google Shape;153;p21"/>
            <p:cNvCxnSpPr/>
            <p:nvPr/>
          </p:nvCxnSpPr>
          <p:spPr>
            <a:xfrm>
              <a:off x="578283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4" name="Google Shape;154;p21"/>
            <p:cNvCxnSpPr/>
            <p:nvPr/>
          </p:nvCxnSpPr>
          <p:spPr>
            <a:xfrm>
              <a:off x="6425370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5" name="Google Shape;155;p21"/>
            <p:cNvCxnSpPr/>
            <p:nvPr/>
          </p:nvCxnSpPr>
          <p:spPr>
            <a:xfrm>
              <a:off x="706790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6" name="Google Shape;156;p21"/>
            <p:cNvCxnSpPr/>
            <p:nvPr/>
          </p:nvCxnSpPr>
          <p:spPr>
            <a:xfrm>
              <a:off x="7710444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7" name="Google Shape;157;p21"/>
            <p:cNvCxnSpPr/>
            <p:nvPr/>
          </p:nvCxnSpPr>
          <p:spPr>
            <a:xfrm>
              <a:off x="8352980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8" name="Google Shape;158;p21"/>
            <p:cNvCxnSpPr/>
            <p:nvPr/>
          </p:nvCxnSpPr>
          <p:spPr>
            <a:xfrm>
              <a:off x="899551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9" name="Google Shape;159;p21"/>
            <p:cNvCxnSpPr/>
            <p:nvPr/>
          </p:nvCxnSpPr>
          <p:spPr>
            <a:xfrm>
              <a:off x="963816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0" name="Google Shape;160;p21"/>
            <p:cNvCxnSpPr/>
            <p:nvPr/>
          </p:nvCxnSpPr>
          <p:spPr>
            <a:xfrm>
              <a:off x="1028069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1" name="Google Shape;161;p21"/>
            <p:cNvCxnSpPr/>
            <p:nvPr/>
          </p:nvCxnSpPr>
          <p:spPr>
            <a:xfrm>
              <a:off x="10923356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62" name="Google Shape;162;p21"/>
            <p:cNvGrpSpPr/>
            <p:nvPr/>
          </p:nvGrpSpPr>
          <p:grpSpPr>
            <a:xfrm>
              <a:off x="11565989" y="0"/>
              <a:ext cx="642644" cy="6857828"/>
              <a:chOff x="1" y="0"/>
              <a:chExt cx="642644" cy="6857828"/>
            </a:xfrm>
          </p:grpSpPr>
          <p:cxnSp>
            <p:nvCxnSpPr>
              <p:cNvPr id="163" name="Google Shape;163;p21"/>
              <p:cNvCxnSpPr/>
              <p:nvPr/>
            </p:nvCxnSpPr>
            <p:spPr>
              <a:xfrm>
                <a:off x="1" y="0"/>
                <a:ext cx="0" cy="6857828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64" name="Google Shape;164;p21"/>
              <p:cNvCxnSpPr/>
              <p:nvPr/>
            </p:nvCxnSpPr>
            <p:spPr>
              <a:xfrm>
                <a:off x="642645" y="0"/>
                <a:ext cx="0" cy="6857828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cxnSp>
        <p:nvCxnSpPr>
          <p:cNvPr id="165" name="Google Shape;165;p21"/>
          <p:cNvCxnSpPr/>
          <p:nvPr/>
        </p:nvCxnSpPr>
        <p:spPr>
          <a:xfrm rot="10800000">
            <a:off x="-18925" y="2788772"/>
            <a:ext cx="915661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6" name="Google Shape;166;p21"/>
          <p:cNvCxnSpPr/>
          <p:nvPr/>
        </p:nvCxnSpPr>
        <p:spPr>
          <a:xfrm rot="10800000">
            <a:off x="-18925" y="3275824"/>
            <a:ext cx="915661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7" name="Google Shape;167;p21"/>
          <p:cNvCxnSpPr/>
          <p:nvPr/>
        </p:nvCxnSpPr>
        <p:spPr>
          <a:xfrm rot="10800000">
            <a:off x="-18925" y="3762821"/>
            <a:ext cx="915661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8" name="Google Shape;168;p21"/>
          <p:cNvCxnSpPr/>
          <p:nvPr/>
        </p:nvCxnSpPr>
        <p:spPr>
          <a:xfrm rot="10800000">
            <a:off x="-18925" y="4249873"/>
            <a:ext cx="915661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" name="Google Shape;169;p21"/>
          <p:cNvCxnSpPr/>
          <p:nvPr/>
        </p:nvCxnSpPr>
        <p:spPr>
          <a:xfrm rot="10800000">
            <a:off x="-18925" y="4736846"/>
            <a:ext cx="915661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" name="Google Shape;170;p21"/>
          <p:cNvSpPr txBox="1"/>
          <p:nvPr>
            <p:ph type="title"/>
          </p:nvPr>
        </p:nvSpPr>
        <p:spPr>
          <a:xfrm>
            <a:off x="1437728" y="1326417"/>
            <a:ext cx="6258910" cy="1948151"/>
          </a:xfrm>
          <a:prstGeom prst="rect">
            <a:avLst/>
          </a:prstGeom>
          <a:solidFill>
            <a:srgbClr val="493691"/>
          </a:solidFill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00" lIns="91400" spcFirstLastPara="1" rIns="91400" wrap="square" tIns="914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500"/>
              <a:buFont typeface="Montserrat SemiBold"/>
              <a:buNone/>
              <a:defRPr sz="35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71" name="Google Shape;171;p21"/>
          <p:cNvSpPr txBox="1"/>
          <p:nvPr>
            <p:ph idx="12" type="sldNum"/>
          </p:nvPr>
        </p:nvSpPr>
        <p:spPr>
          <a:xfrm>
            <a:off x="8739561" y="4757647"/>
            <a:ext cx="126900" cy="122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_1_1_1_1_1">
  <p:cSld name="BLANK_1_1_1_1_1_1_1_1_1_1_1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2"/>
          <p:cNvSpPr txBox="1"/>
          <p:nvPr>
            <p:ph idx="1" type="body"/>
          </p:nvPr>
        </p:nvSpPr>
        <p:spPr>
          <a:xfrm>
            <a:off x="4539831" y="1730448"/>
            <a:ext cx="4325707" cy="45268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74" name="Google Shape;174;p22"/>
          <p:cNvSpPr txBox="1"/>
          <p:nvPr>
            <p:ph type="title"/>
          </p:nvPr>
        </p:nvSpPr>
        <p:spPr>
          <a:xfrm>
            <a:off x="277499" y="1059649"/>
            <a:ext cx="4294507" cy="28034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Montserrat SemiBold"/>
              <a:buNone/>
              <a:defRPr sz="5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-white.pngGoogle Shape;115;p9" id="175" name="Google Shape;175;p22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13" y="227646"/>
            <a:ext cx="867452" cy="207871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2"/>
          <p:cNvSpPr txBox="1"/>
          <p:nvPr>
            <p:ph idx="12" type="sldNum"/>
          </p:nvPr>
        </p:nvSpPr>
        <p:spPr>
          <a:xfrm>
            <a:off x="8739561" y="4757647"/>
            <a:ext cx="126900" cy="122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1">
  <p:cSld name="CUSTOM_11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3"/>
          <p:cNvSpPr/>
          <p:nvPr>
            <p:ph idx="2" type="pic"/>
          </p:nvPr>
        </p:nvSpPr>
        <p:spPr>
          <a:xfrm>
            <a:off x="277499" y="734581"/>
            <a:ext cx="1383902" cy="1660159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23"/>
          <p:cNvSpPr/>
          <p:nvPr>
            <p:ph idx="3" type="pic"/>
          </p:nvPr>
        </p:nvSpPr>
        <p:spPr>
          <a:xfrm>
            <a:off x="277499" y="2521111"/>
            <a:ext cx="1383902" cy="1879153"/>
          </a:xfrm>
          <a:prstGeom prst="rect">
            <a:avLst/>
          </a:prstGeom>
          <a:noFill/>
          <a:ln>
            <a:noFill/>
          </a:ln>
        </p:spPr>
      </p:sp>
      <p:sp>
        <p:nvSpPr>
          <p:cNvPr id="180" name="Google Shape;180;p23"/>
          <p:cNvSpPr/>
          <p:nvPr>
            <p:ph idx="4" type="pic"/>
          </p:nvPr>
        </p:nvSpPr>
        <p:spPr>
          <a:xfrm>
            <a:off x="1867636" y="850879"/>
            <a:ext cx="2589305" cy="3433114"/>
          </a:xfrm>
          <a:prstGeom prst="rect">
            <a:avLst/>
          </a:prstGeom>
          <a:noFill/>
          <a:ln>
            <a:noFill/>
          </a:ln>
        </p:spPr>
      </p:sp>
      <p:sp>
        <p:nvSpPr>
          <p:cNvPr id="181" name="Google Shape;181;p23"/>
          <p:cNvSpPr txBox="1"/>
          <p:nvPr>
            <p:ph type="title"/>
          </p:nvPr>
        </p:nvSpPr>
        <p:spPr>
          <a:xfrm>
            <a:off x="5778183" y="1800704"/>
            <a:ext cx="2820605" cy="102357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82" name="Google Shape;182;p23"/>
          <p:cNvSpPr txBox="1"/>
          <p:nvPr>
            <p:ph idx="1" type="body"/>
          </p:nvPr>
        </p:nvSpPr>
        <p:spPr>
          <a:xfrm>
            <a:off x="277499" y="278843"/>
            <a:ext cx="3832806" cy="1373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25;p10" id="183" name="Google Shape;183;p23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13" y="227646"/>
            <a:ext cx="867452" cy="207871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3"/>
          <p:cNvSpPr txBox="1"/>
          <p:nvPr>
            <p:ph idx="12" type="sldNum"/>
          </p:nvPr>
        </p:nvSpPr>
        <p:spPr>
          <a:xfrm>
            <a:off x="8739561" y="4757647"/>
            <a:ext cx="126900" cy="122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">
  <p:cSld name="CUSTOM_12">
    <p:bg>
      <p:bgPr>
        <a:solidFill>
          <a:schemeClr val="accent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4"/>
          <p:cNvSpPr txBox="1"/>
          <p:nvPr>
            <p:ph type="title"/>
          </p:nvPr>
        </p:nvSpPr>
        <p:spPr>
          <a:xfrm>
            <a:off x="277499" y="416239"/>
            <a:ext cx="8589014" cy="8849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1" type="body"/>
          </p:nvPr>
        </p:nvSpPr>
        <p:spPr>
          <a:xfrm>
            <a:off x="4572007" y="2571685"/>
            <a:ext cx="3585006" cy="1097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●"/>
              <a:defRPr>
                <a:solidFill>
                  <a:srgbClr val="49369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○"/>
              <a:defRPr>
                <a:solidFill>
                  <a:srgbClr val="49369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■"/>
              <a:defRPr>
                <a:solidFill>
                  <a:srgbClr val="49369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●"/>
              <a:defRPr>
                <a:solidFill>
                  <a:srgbClr val="49369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○"/>
              <a:defRPr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2" type="body"/>
          </p:nvPr>
        </p:nvSpPr>
        <p:spPr>
          <a:xfrm>
            <a:off x="277499" y="2571677"/>
            <a:ext cx="3585006" cy="1097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2.pngGoogle Shape;132;p11" id="189" name="Google Shape;189;p24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7986362" y="205145"/>
            <a:ext cx="888052" cy="252844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4"/>
          <p:cNvSpPr txBox="1"/>
          <p:nvPr>
            <p:ph idx="12" type="sldNum"/>
          </p:nvPr>
        </p:nvSpPr>
        <p:spPr>
          <a:xfrm>
            <a:off x="8739561" y="4757647"/>
            <a:ext cx="126900" cy="122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_1">
  <p:cSld name="CUSTOM_12_1">
    <p:bg>
      <p:bgPr>
        <a:solidFill>
          <a:schemeClr val="accent2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5"/>
          <p:cNvSpPr txBox="1"/>
          <p:nvPr>
            <p:ph type="title"/>
          </p:nvPr>
        </p:nvSpPr>
        <p:spPr>
          <a:xfrm>
            <a:off x="277499" y="416239"/>
            <a:ext cx="3630906" cy="8849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93" name="Google Shape;193;p25"/>
          <p:cNvSpPr txBox="1"/>
          <p:nvPr>
            <p:ph idx="1" type="body"/>
          </p:nvPr>
        </p:nvSpPr>
        <p:spPr>
          <a:xfrm>
            <a:off x="4839683" y="840428"/>
            <a:ext cx="3759006" cy="7442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●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857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○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857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■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857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●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857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○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2.pngGoogle Shape;140;p12" id="194" name="Google Shape;194;p25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7986362" y="205145"/>
            <a:ext cx="888052" cy="2528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eck.pngGoogle Shape;141;p12" id="195" name="Google Shape;19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8" y="610384"/>
            <a:ext cx="191996" cy="191997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5"/>
          <p:cNvSpPr txBox="1"/>
          <p:nvPr>
            <p:ph idx="2" type="body"/>
          </p:nvPr>
        </p:nvSpPr>
        <p:spPr>
          <a:xfrm>
            <a:off x="4839683" y="1845803"/>
            <a:ext cx="3759006" cy="7442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check.pngGoogle Shape;144;p12" id="197" name="Google Shape;19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8" y="1615759"/>
            <a:ext cx="191996" cy="191996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5"/>
          <p:cNvSpPr txBox="1"/>
          <p:nvPr>
            <p:ph idx="3" type="body"/>
          </p:nvPr>
        </p:nvSpPr>
        <p:spPr>
          <a:xfrm>
            <a:off x="4839683" y="2851178"/>
            <a:ext cx="3759006" cy="7442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check.pngGoogle Shape;147;p12" id="199" name="Google Shape;19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8" y="2621135"/>
            <a:ext cx="191996" cy="191996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5"/>
          <p:cNvSpPr txBox="1"/>
          <p:nvPr>
            <p:ph idx="4" type="body"/>
          </p:nvPr>
        </p:nvSpPr>
        <p:spPr>
          <a:xfrm>
            <a:off x="4839683" y="3864753"/>
            <a:ext cx="3759006" cy="7442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check.pngGoogle Shape;150;p12" id="201" name="Google Shape;20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8" y="3634708"/>
            <a:ext cx="191996" cy="19199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2" name="Google Shape;202;p25"/>
          <p:cNvCxnSpPr/>
          <p:nvPr/>
        </p:nvCxnSpPr>
        <p:spPr>
          <a:xfrm>
            <a:off x="4278058" y="287392"/>
            <a:ext cx="0" cy="4573385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" name="Google Shape;203;p25"/>
          <p:cNvSpPr txBox="1"/>
          <p:nvPr>
            <p:ph idx="5" type="body"/>
          </p:nvPr>
        </p:nvSpPr>
        <p:spPr>
          <a:xfrm>
            <a:off x="277499" y="1061839"/>
            <a:ext cx="3428706" cy="2011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04" name="Google Shape;204;p25"/>
          <p:cNvSpPr txBox="1"/>
          <p:nvPr>
            <p:ph idx="12" type="sldNum"/>
          </p:nvPr>
        </p:nvSpPr>
        <p:spPr>
          <a:xfrm>
            <a:off x="8739561" y="4757647"/>
            <a:ext cx="126900" cy="122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3">
  <p:cSld name="CUSTOM_13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6"/>
          <p:cNvSpPr txBox="1"/>
          <p:nvPr/>
        </p:nvSpPr>
        <p:spPr>
          <a:xfrm>
            <a:off x="277499" y="1934878"/>
            <a:ext cx="830101" cy="115437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6300"/>
              <a:buFont typeface="Work Sans"/>
              <a:buNone/>
            </a:pPr>
            <a:r>
              <a:rPr b="1" i="0" lang="en" sz="63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26"/>
          <p:cNvSpPr txBox="1"/>
          <p:nvPr>
            <p:ph type="title"/>
          </p:nvPr>
        </p:nvSpPr>
        <p:spPr>
          <a:xfrm>
            <a:off x="277499" y="416239"/>
            <a:ext cx="8589014" cy="8849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08" name="Google Shape;208;p26"/>
          <p:cNvSpPr txBox="1"/>
          <p:nvPr>
            <p:ph idx="1" type="body"/>
          </p:nvPr>
        </p:nvSpPr>
        <p:spPr>
          <a:xfrm>
            <a:off x="545226" y="3722905"/>
            <a:ext cx="3550506" cy="106677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09" name="Google Shape;209;p26"/>
          <p:cNvSpPr txBox="1"/>
          <p:nvPr>
            <p:ph idx="2" type="body"/>
          </p:nvPr>
        </p:nvSpPr>
        <p:spPr>
          <a:xfrm>
            <a:off x="545226" y="2315266"/>
            <a:ext cx="3550506" cy="1097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10" name="Google Shape;210;p26"/>
          <p:cNvSpPr txBox="1"/>
          <p:nvPr/>
        </p:nvSpPr>
        <p:spPr>
          <a:xfrm>
            <a:off x="4309300" y="1934878"/>
            <a:ext cx="830101" cy="115437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6300"/>
              <a:buFont typeface="Work Sans"/>
              <a:buNone/>
            </a:pPr>
            <a:r>
              <a:rPr b="1" i="0" lang="en" sz="63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26"/>
          <p:cNvSpPr txBox="1"/>
          <p:nvPr>
            <p:ph idx="3" type="body"/>
          </p:nvPr>
        </p:nvSpPr>
        <p:spPr>
          <a:xfrm>
            <a:off x="4577025" y="2315266"/>
            <a:ext cx="3550506" cy="1097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64;p13" id="212" name="Google Shape;212;p26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13" y="227646"/>
            <a:ext cx="867452" cy="20787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6"/>
          <p:cNvSpPr txBox="1"/>
          <p:nvPr>
            <p:ph idx="12" type="sldNum"/>
          </p:nvPr>
        </p:nvSpPr>
        <p:spPr>
          <a:xfrm>
            <a:off x="8739561" y="4757647"/>
            <a:ext cx="126900" cy="122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5">
  <p:cSld name="CUSTOM_15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7"/>
          <p:cNvSpPr txBox="1"/>
          <p:nvPr>
            <p:ph type="title"/>
          </p:nvPr>
        </p:nvSpPr>
        <p:spPr>
          <a:xfrm>
            <a:off x="5321933" y="506087"/>
            <a:ext cx="3544506" cy="5792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Montserrat SemiBold"/>
              <a:buNone/>
              <a:defRPr sz="2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16" name="Google Shape;216;p27"/>
          <p:cNvSpPr/>
          <p:nvPr>
            <p:ph idx="2" type="pic"/>
          </p:nvPr>
        </p:nvSpPr>
        <p:spPr>
          <a:xfrm>
            <a:off x="4572007" y="526812"/>
            <a:ext cx="4026907" cy="4333091"/>
          </a:xfrm>
          <a:prstGeom prst="rect">
            <a:avLst/>
          </a:prstGeom>
          <a:noFill/>
          <a:ln>
            <a:noFill/>
          </a:ln>
        </p:spPr>
      </p:sp>
      <p:sp>
        <p:nvSpPr>
          <p:cNvPr id="217" name="Google Shape;217;p27"/>
          <p:cNvSpPr txBox="1"/>
          <p:nvPr>
            <p:ph idx="1" type="body"/>
          </p:nvPr>
        </p:nvSpPr>
        <p:spPr>
          <a:xfrm>
            <a:off x="277499" y="278843"/>
            <a:ext cx="3832806" cy="1373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69;p14" id="218" name="Google Shape;218;p27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13" y="227646"/>
            <a:ext cx="867452" cy="207871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7"/>
          <p:cNvSpPr txBox="1"/>
          <p:nvPr>
            <p:ph idx="12" type="sldNum"/>
          </p:nvPr>
        </p:nvSpPr>
        <p:spPr>
          <a:xfrm>
            <a:off x="8739561" y="4757647"/>
            <a:ext cx="126900" cy="122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7_1">
  <p:cSld name="CUSTOM_17_1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8"/>
          <p:cNvSpPr txBox="1"/>
          <p:nvPr>
            <p:ph idx="1" type="body"/>
          </p:nvPr>
        </p:nvSpPr>
        <p:spPr>
          <a:xfrm>
            <a:off x="277499" y="3324568"/>
            <a:ext cx="1759203" cy="2900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22" name="Google Shape;222;p28"/>
          <p:cNvSpPr/>
          <p:nvPr>
            <p:ph idx="2" type="pic"/>
          </p:nvPr>
        </p:nvSpPr>
        <p:spPr>
          <a:xfrm>
            <a:off x="289100" y="1336747"/>
            <a:ext cx="1751056" cy="1772956"/>
          </a:xfrm>
          <a:prstGeom prst="rect">
            <a:avLst/>
          </a:prstGeom>
          <a:noFill/>
          <a:ln>
            <a:noFill/>
          </a:ln>
        </p:spPr>
      </p:sp>
      <p:sp>
        <p:nvSpPr>
          <p:cNvPr id="223" name="Google Shape;223;p28"/>
          <p:cNvSpPr/>
          <p:nvPr>
            <p:ph idx="3" type="pic"/>
          </p:nvPr>
        </p:nvSpPr>
        <p:spPr>
          <a:xfrm>
            <a:off x="2167691" y="1336747"/>
            <a:ext cx="1751056" cy="1772956"/>
          </a:xfrm>
          <a:prstGeom prst="rect">
            <a:avLst/>
          </a:prstGeom>
          <a:noFill/>
          <a:ln>
            <a:noFill/>
          </a:ln>
        </p:spPr>
      </p:sp>
      <p:sp>
        <p:nvSpPr>
          <p:cNvPr id="224" name="Google Shape;224;p28"/>
          <p:cNvSpPr/>
          <p:nvPr>
            <p:ph idx="4" type="pic"/>
          </p:nvPr>
        </p:nvSpPr>
        <p:spPr>
          <a:xfrm>
            <a:off x="4046281" y="1336747"/>
            <a:ext cx="1751056" cy="1772956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28"/>
          <p:cNvSpPr/>
          <p:nvPr>
            <p:ph idx="5" type="pic"/>
          </p:nvPr>
        </p:nvSpPr>
        <p:spPr>
          <a:xfrm>
            <a:off x="5912723" y="1336747"/>
            <a:ext cx="1751057" cy="1772956"/>
          </a:xfrm>
          <a:prstGeom prst="rect">
            <a:avLst/>
          </a:prstGeom>
          <a:noFill/>
          <a:ln>
            <a:noFill/>
          </a:ln>
        </p:spPr>
      </p:sp>
      <p:sp>
        <p:nvSpPr>
          <p:cNvPr id="226" name="Google Shape;226;p28"/>
          <p:cNvSpPr txBox="1"/>
          <p:nvPr>
            <p:ph idx="6" type="body"/>
          </p:nvPr>
        </p:nvSpPr>
        <p:spPr>
          <a:xfrm>
            <a:off x="277499" y="3660001"/>
            <a:ext cx="1759203" cy="498587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27" name="Google Shape;227;p28"/>
          <p:cNvSpPr txBox="1"/>
          <p:nvPr>
            <p:ph idx="7" type="body"/>
          </p:nvPr>
        </p:nvSpPr>
        <p:spPr>
          <a:xfrm>
            <a:off x="2163641" y="3660001"/>
            <a:ext cx="1759203" cy="498587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28" name="Google Shape;228;p28"/>
          <p:cNvSpPr txBox="1"/>
          <p:nvPr>
            <p:ph idx="8" type="body"/>
          </p:nvPr>
        </p:nvSpPr>
        <p:spPr>
          <a:xfrm>
            <a:off x="4049782" y="3660001"/>
            <a:ext cx="1759203" cy="498587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29" name="Google Shape;229;p28"/>
          <p:cNvSpPr txBox="1"/>
          <p:nvPr>
            <p:ph idx="9" type="body"/>
          </p:nvPr>
        </p:nvSpPr>
        <p:spPr>
          <a:xfrm>
            <a:off x="5900123" y="3660001"/>
            <a:ext cx="1759203" cy="498587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30" name="Google Shape;230;p28"/>
          <p:cNvSpPr txBox="1"/>
          <p:nvPr>
            <p:ph type="title"/>
          </p:nvPr>
        </p:nvSpPr>
        <p:spPr>
          <a:xfrm>
            <a:off x="277499" y="416239"/>
            <a:ext cx="8589014" cy="8849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-white.pngGoogle Shape;187;p15" id="231" name="Google Shape;231;p28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13" y="227646"/>
            <a:ext cx="867452" cy="207871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8"/>
          <p:cNvSpPr txBox="1"/>
          <p:nvPr>
            <p:ph idx="12" type="sldNum"/>
          </p:nvPr>
        </p:nvSpPr>
        <p:spPr>
          <a:xfrm>
            <a:off x="8739561" y="4757647"/>
            <a:ext cx="126900" cy="122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9"/>
          <p:cNvSpPr/>
          <p:nvPr>
            <p:ph idx="2" type="pic"/>
          </p:nvPr>
        </p:nvSpPr>
        <p:spPr>
          <a:xfrm>
            <a:off x="277499" y="1170395"/>
            <a:ext cx="8589014" cy="3689608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29"/>
          <p:cNvSpPr txBox="1"/>
          <p:nvPr>
            <p:ph type="title"/>
          </p:nvPr>
        </p:nvSpPr>
        <p:spPr>
          <a:xfrm>
            <a:off x="545226" y="277492"/>
            <a:ext cx="8053513" cy="5969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36" name="Google Shape;236;p29"/>
          <p:cNvSpPr txBox="1"/>
          <p:nvPr>
            <p:ph idx="12" type="sldNum"/>
          </p:nvPr>
        </p:nvSpPr>
        <p:spPr>
          <a:xfrm>
            <a:off x="4419608" y="4627446"/>
            <a:ext cx="2133604" cy="27689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_1">
  <p:cSld name="CUSTOM_21_1_1_1_1">
    <p:bg>
      <p:bgPr>
        <a:solidFill>
          <a:srgbClr val="493691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0"/>
          <p:cNvSpPr/>
          <p:nvPr/>
        </p:nvSpPr>
        <p:spPr>
          <a:xfrm>
            <a:off x="163549" y="153947"/>
            <a:ext cx="8803514" cy="4819979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30"/>
          <p:cNvSpPr txBox="1"/>
          <p:nvPr>
            <p:ph type="title"/>
          </p:nvPr>
        </p:nvSpPr>
        <p:spPr>
          <a:xfrm>
            <a:off x="457201" y="408387"/>
            <a:ext cx="8141713" cy="5192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40" name="Google Shape;240;p30"/>
          <p:cNvSpPr/>
          <p:nvPr/>
        </p:nvSpPr>
        <p:spPr>
          <a:xfrm>
            <a:off x="7583136" y="4743956"/>
            <a:ext cx="1560903" cy="399590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0"/>
          <p:cNvSpPr txBox="1"/>
          <p:nvPr>
            <p:ph idx="1" type="body"/>
          </p:nvPr>
        </p:nvSpPr>
        <p:spPr>
          <a:xfrm>
            <a:off x="457201" y="927776"/>
            <a:ext cx="3832806" cy="1919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97;p17" id="242" name="Google Shape;242;p30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7761829" y="4819841"/>
            <a:ext cx="852440" cy="191986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0"/>
          <p:cNvSpPr txBox="1"/>
          <p:nvPr>
            <p:ph idx="2" type="body"/>
          </p:nvPr>
        </p:nvSpPr>
        <p:spPr>
          <a:xfrm>
            <a:off x="457201" y="1652257"/>
            <a:ext cx="4115107" cy="19730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44" name="Google Shape;244;p30"/>
          <p:cNvSpPr txBox="1"/>
          <p:nvPr>
            <p:ph idx="12" type="sldNum"/>
          </p:nvPr>
        </p:nvSpPr>
        <p:spPr>
          <a:xfrm>
            <a:off x="8826153" y="4853866"/>
            <a:ext cx="126900" cy="122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i="0" sz="8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erence A">
  <p:cSld name="Conference A">
    <p:bg>
      <p:bgPr>
        <a:solidFill>
          <a:srgbClr val="493691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/>
          <p:cNvSpPr/>
          <p:nvPr/>
        </p:nvSpPr>
        <p:spPr>
          <a:xfrm>
            <a:off x="163550" y="153947"/>
            <a:ext cx="8803514" cy="4819979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34250" lIns="34250" spcFirstLastPara="1" rIns="34250" wrap="square" tIns="34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1"/>
          <p:cNvSpPr txBox="1"/>
          <p:nvPr>
            <p:ph type="title"/>
          </p:nvPr>
        </p:nvSpPr>
        <p:spPr>
          <a:xfrm>
            <a:off x="457201" y="408386"/>
            <a:ext cx="8141713" cy="5192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48" name="Google Shape;248;p31"/>
          <p:cNvSpPr/>
          <p:nvPr/>
        </p:nvSpPr>
        <p:spPr>
          <a:xfrm>
            <a:off x="7583136" y="4743956"/>
            <a:ext cx="1560903" cy="399590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34250" lIns="34250" spcFirstLastPara="1" rIns="34250" wrap="square" tIns="34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1"/>
          <p:cNvSpPr txBox="1"/>
          <p:nvPr>
            <p:ph idx="1" type="body"/>
          </p:nvPr>
        </p:nvSpPr>
        <p:spPr>
          <a:xfrm>
            <a:off x="457201" y="927777"/>
            <a:ext cx="3832806" cy="1919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97;p17" id="250" name="Google Shape;250;p31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7761828" y="4819841"/>
            <a:ext cx="852449" cy="191987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1"/>
          <p:cNvSpPr txBox="1"/>
          <p:nvPr>
            <p:ph idx="2" type="body"/>
          </p:nvPr>
        </p:nvSpPr>
        <p:spPr>
          <a:xfrm>
            <a:off x="457201" y="1652259"/>
            <a:ext cx="4115107" cy="19730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2" name="Google Shape;252;p31"/>
          <p:cNvSpPr txBox="1"/>
          <p:nvPr>
            <p:ph idx="12" type="sldNum"/>
          </p:nvPr>
        </p:nvSpPr>
        <p:spPr>
          <a:xfrm>
            <a:off x="8826153" y="4853866"/>
            <a:ext cx="126900" cy="1076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38100" lvl="0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i="0" sz="7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" lvl="1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i="0" sz="7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8100" lvl="2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i="0" sz="7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8100" lvl="3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i="0" sz="7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8100" lvl="4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i="0" sz="7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8100" lvl="5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i="0" sz="7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8100" lvl="6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i="0" sz="7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8100" lvl="7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i="0" sz="7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8100" lvl="8" marL="381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i="0" sz="700" u="none" cap="none" strike="noStrike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38100" lvl="0" marL="381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rgbClr val="FFFFFF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2"/>
          <p:cNvSpPr txBox="1"/>
          <p:nvPr>
            <p:ph idx="12" type="sldNum"/>
          </p:nvPr>
        </p:nvSpPr>
        <p:spPr>
          <a:xfrm>
            <a:off x="8755658" y="4749732"/>
            <a:ext cx="349800" cy="353991"/>
          </a:xfrm>
          <a:prstGeom prst="rect">
            <a:avLst/>
          </a:prstGeom>
          <a:noFill/>
          <a:ln>
            <a:noFill/>
          </a:ln>
        </p:spPr>
        <p:txBody>
          <a:bodyPr anchorCtr="0" anchor="t" bIns="83800" lIns="83800" spcFirstLastPara="1" rIns="83800" wrap="square" tIns="8380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5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30.xml"/><Relationship Id="rId6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545226" y="277492"/>
            <a:ext cx="8053513" cy="5969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57201" y="1200120"/>
            <a:ext cx="8229614" cy="39431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●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○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■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●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○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■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●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○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■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4419608" y="4627446"/>
            <a:ext cx="2133604" cy="27689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3"/>
          <p:cNvSpPr txBox="1"/>
          <p:nvPr/>
        </p:nvSpPr>
        <p:spPr>
          <a:xfrm>
            <a:off x="290199" y="1046326"/>
            <a:ext cx="8563514" cy="4114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1400"/>
              <a:buFont typeface="Proxima Nova"/>
              <a:buNone/>
            </a:pPr>
            <a:r>
              <a:rPr b="1" i="0" lang="en" sz="1400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Easier root cause analysis, faster retraining and redeploying. Easy production data retraining. 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3"/>
          <p:cNvSpPr txBox="1"/>
          <p:nvPr/>
        </p:nvSpPr>
        <p:spPr>
          <a:xfrm>
            <a:off x="277499" y="416239"/>
            <a:ext cx="8589014" cy="6164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3000"/>
              <a:buFont typeface="Montserrat SemiBold"/>
              <a:buNone/>
            </a:pPr>
            <a:r>
              <a:rPr b="1" i="0" lang="en" sz="3000" u="none" cap="none" strike="noStrike">
                <a:solidFill>
                  <a:srgbClr val="24146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Library: Store &gt;</a:t>
            </a:r>
            <a:r>
              <a:rPr b="1" lang="en" sz="3000">
                <a:solidFill>
                  <a:srgbClr val="24146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r>
              <a:rPr b="1" i="0" lang="en" sz="3000" u="none" cap="none" strike="noStrike">
                <a:solidFill>
                  <a:srgbClr val="24146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00,000 images on device.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{{ library_capture }}" id="261" name="Google Shape;261;p33"/>
          <p:cNvSpPr/>
          <p:nvPr/>
        </p:nvSpPr>
        <p:spPr>
          <a:xfrm>
            <a:off x="723569" y="1518660"/>
            <a:ext cx="5165109" cy="3290918"/>
          </a:xfrm>
          <a:prstGeom prst="rect">
            <a:avLst/>
          </a:prstGeom>
          <a:solidFill>
            <a:srgbClr val="190E42"/>
          </a:solidFill>
          <a:ln cap="flat" cmpd="sng" w="33850">
            <a:solidFill>
              <a:srgbClr val="AF9E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FAF9FE"/>
                </a:solidFill>
                <a:latin typeface="Arial"/>
                <a:ea typeface="Arial"/>
                <a:cs typeface="Arial"/>
                <a:sym typeface="Arial"/>
              </a:rPr>
              <a:t>Insert screenshot here of result view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33"/>
          <p:cNvSpPr txBox="1"/>
          <p:nvPr/>
        </p:nvSpPr>
        <p:spPr>
          <a:xfrm>
            <a:off x="6324680" y="1515210"/>
            <a:ext cx="2609104" cy="12314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39700" lvl="0" marL="139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1400"/>
              <a:buFont typeface="Proxima Nova"/>
              <a:buChar char="•"/>
            </a:pPr>
            <a:r>
              <a:rPr b="1" i="0" lang="en" sz="1400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Storage of training </a:t>
            </a:r>
            <a:r>
              <a:rPr b="1" i="0" lang="en" sz="1400" u="sng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AND</a:t>
            </a:r>
            <a:r>
              <a:rPr b="1" i="0" lang="en" sz="1400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 production data on the camera itself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9700" lvl="0" marL="1397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1465"/>
              </a:buClr>
              <a:buSzPts val="1400"/>
              <a:buFont typeface="Proxima Nova"/>
              <a:buChar char="•"/>
            </a:pPr>
            <a:r>
              <a:rPr b="1" i="0" lang="en" sz="1400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Able to leverage directly to retrain models</a:t>
            </a:r>
            <a:endParaRPr b="1" i="0" sz="1400" u="none" cap="none" strike="noStrike">
              <a:solidFill>
                <a:srgbClr val="24146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verview Deck">
  <a:themeElements>
    <a:clrScheme name="Overview Deck">
      <a:dk1>
        <a:srgbClr val="493691"/>
      </a:dk1>
      <a:lt1>
        <a:srgbClr val="FAF9FE"/>
      </a:lt1>
      <a:dk2>
        <a:srgbClr val="A7A7A7"/>
      </a:dk2>
      <a:lt2>
        <a:srgbClr val="535353"/>
      </a:lt2>
      <a:accent1>
        <a:srgbClr val="AF9EF3"/>
      </a:accent1>
      <a:accent2>
        <a:srgbClr val="FAF9FE"/>
      </a:accent2>
      <a:accent3>
        <a:srgbClr val="532EE3"/>
      </a:accent3>
      <a:accent4>
        <a:srgbClr val="4B465E"/>
      </a:accent4>
      <a:accent5>
        <a:srgbClr val="2E1A7F"/>
      </a:accent5>
      <a:accent6>
        <a:srgbClr val="56C194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