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88a2c7065_4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f88a2c7065_4_2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5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15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5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5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5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281924" y="276242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2598478" y="3492988"/>
            <a:ext cx="5985310" cy="99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7937" y="2663168"/>
            <a:ext cx="1337402" cy="3908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17811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167328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3903307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564863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7385303" y="3187755"/>
            <a:ext cx="1337402" cy="11768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84850" y="1412290"/>
            <a:ext cx="3919206" cy="22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4581858" y="0"/>
            <a:ext cx="4562108" cy="5143371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4585543" y="132766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4585543" y="1814669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4585543" y="230172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4585543" y="278877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4585543" y="327582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4585543" y="3762824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4585543" y="4249878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4585543" y="473685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4585543" y="353562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4585543" y="840615"/>
            <a:ext cx="456210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4586636" y="-102"/>
            <a:ext cx="4337483" cy="5143371"/>
            <a:chOff x="1" y="0"/>
            <a:chExt cx="5783156" cy="6857828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281926" y="276243"/>
            <a:ext cx="8589014" cy="4598885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1004" y="3923007"/>
            <a:ext cx="5859310" cy="45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550876" y="792555"/>
            <a:ext cx="80529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550876" y="4521662"/>
            <a:ext cx="8045113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795525" y="2244399"/>
            <a:ext cx="6121810" cy="14105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5" y="466634"/>
            <a:ext cx="1112075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18925" y="353570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18925" y="84062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18925" y="1327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18925" y="18146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18925" y="23017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3524" y="-102"/>
            <a:ext cx="9156718" cy="5143371"/>
            <a:chOff x="1" y="0"/>
            <a:chExt cx="12208632" cy="6857828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18925" y="2788772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18925" y="3275824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18925" y="3762821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18925" y="4249873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18925" y="4736846"/>
            <a:ext cx="915661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437728" y="1326417"/>
            <a:ext cx="6258910" cy="1948151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39831" y="1730448"/>
            <a:ext cx="4325707" cy="4526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277499" y="1059649"/>
            <a:ext cx="4294507" cy="2803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277499" y="734581"/>
            <a:ext cx="1383902" cy="1660159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277499" y="2521111"/>
            <a:ext cx="1383902" cy="1879153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1867636" y="850879"/>
            <a:ext cx="2589305" cy="3433114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5778183" y="1800704"/>
            <a:ext cx="2820605" cy="1023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4572007" y="2571685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77499" y="2571677"/>
            <a:ext cx="35850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77499" y="416239"/>
            <a:ext cx="3630906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839683" y="84042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62" y="205145"/>
            <a:ext cx="888052" cy="252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610384"/>
            <a:ext cx="191996" cy="1919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4839683" y="184580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1615759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4839683" y="2851178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2621135"/>
            <a:ext cx="191996" cy="1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4839683" y="3864753"/>
            <a:ext cx="3759006" cy="7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8" y="3634708"/>
            <a:ext cx="191996" cy="191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4278058" y="287392"/>
            <a:ext cx="0" cy="4573385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277499" y="1061839"/>
            <a:ext cx="3428706" cy="20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277499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45226" y="3722905"/>
            <a:ext cx="3550506" cy="10667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545226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4309300" y="1934878"/>
            <a:ext cx="830101" cy="11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4577025" y="2315266"/>
            <a:ext cx="3550506" cy="1097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5321933" y="506087"/>
            <a:ext cx="3544506" cy="579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4572007" y="526812"/>
            <a:ext cx="4026907" cy="4333091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277499" y="278843"/>
            <a:ext cx="3832806" cy="137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277499" y="3324568"/>
            <a:ext cx="1759203" cy="2900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289100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16769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4046281" y="1336747"/>
            <a:ext cx="1751056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5912723" y="1336747"/>
            <a:ext cx="1751057" cy="1772956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277499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163641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4049782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5900123" y="3660001"/>
            <a:ext cx="1759203" cy="498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77499" y="416239"/>
            <a:ext cx="8589014" cy="88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13" y="227646"/>
            <a:ext cx="867452" cy="20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739561" y="4757647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277499" y="1170395"/>
            <a:ext cx="8589014" cy="3689608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163549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1" y="408387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57201" y="927776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9" y="4819841"/>
            <a:ext cx="852440" cy="19198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457201" y="1652257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826153" y="4853866"/>
            <a:ext cx="126900" cy="1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i="0" sz="8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163550" y="153947"/>
            <a:ext cx="8803514" cy="481997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457201" y="408386"/>
            <a:ext cx="8141713" cy="5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7583136" y="4743956"/>
            <a:ext cx="1560903" cy="39959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50" lIns="34250" spcFirstLastPara="1" rIns="34250" wrap="square" tIns="3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1" y="927777"/>
            <a:ext cx="3832806" cy="19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28" y="4819841"/>
            <a:ext cx="852449" cy="191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57201" y="1652259"/>
            <a:ext cx="4115107" cy="1973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826153" y="4853866"/>
            <a:ext cx="126900" cy="107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i="0" sz="700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755658" y="4749732"/>
            <a:ext cx="349800" cy="353991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45226" y="277492"/>
            <a:ext cx="8053513" cy="59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1" y="1200120"/>
            <a:ext cx="8229614" cy="394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8" y="4627446"/>
            <a:ext cx="2133604" cy="276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290199" y="1046326"/>
            <a:ext cx="8563514" cy="41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None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Easier root cause analysis, faster retraining and redeploying. Easy production data retraining.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277499" y="416239"/>
            <a:ext cx="8589014" cy="61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3000"/>
              <a:buFont typeface="Montserrat SemiBold"/>
              <a:buNone/>
            </a:pPr>
            <a:r>
              <a:rPr b="1" i="0" lang="en" sz="3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Library: Store &gt;</a:t>
            </a:r>
            <a:r>
              <a:rPr b="1" lang="en" sz="3000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b="1" i="0" lang="en" sz="3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,000 images on device.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 library_capture }}" id="261" name="Google Shape;261;p33"/>
          <p:cNvSpPr/>
          <p:nvPr/>
        </p:nvSpPr>
        <p:spPr>
          <a:xfrm>
            <a:off x="723569" y="1518660"/>
            <a:ext cx="5165109" cy="3290918"/>
          </a:xfrm>
          <a:prstGeom prst="rect">
            <a:avLst/>
          </a:prstGeom>
          <a:solidFill>
            <a:srgbClr val="190E42"/>
          </a:solidFill>
          <a:ln cap="flat" cmpd="sng" w="33850">
            <a:solidFill>
              <a:srgbClr val="AF9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6324680" y="1515210"/>
            <a:ext cx="2609104" cy="123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Char char="•"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Storage of training </a:t>
            </a:r>
            <a:r>
              <a:rPr b="1" i="0" lang="en" sz="1400" u="sng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 production data on the camera itself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1465"/>
              </a:buClr>
              <a:buSzPts val="1400"/>
              <a:buFont typeface="Proxima Nova"/>
              <a:buChar char="•"/>
            </a:pPr>
            <a:r>
              <a:rPr b="1" i="0" lang="en" sz="1400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Able to leverage directly to retrain models</a:t>
            </a:r>
            <a:endParaRPr b="1" i="0" sz="1400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