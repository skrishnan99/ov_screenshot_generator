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  <p:sldMasterId id="2147483679" r:id="rId5"/>
  </p:sldMasterIdLst>
  <p:notesMasterIdLst>
    <p:notesMasterId r:id="rId6"/>
  </p:notesMasterIdLst>
  <p:sldIdLst>
    <p:sldId id="256" r:id="rId7"/>
  </p:sldIdLst>
  <p:sldSz cy="5143500" cx="9144000"/>
  <p:notesSz cx="6858000" cy="9144000"/>
  <p:embeddedFontLst>
    <p:embeddedFont>
      <p:font typeface="Montserrat SemiBold"/>
      <p:regular r:id="rId8"/>
      <p:bold r:id="rId9"/>
      <p:italic r:id="rId10"/>
      <p:boldItalic r:id="rId11"/>
    </p:embeddedFont>
    <p:embeddedFont>
      <p:font typeface="Proxima Nova"/>
      <p:regular r:id="rId12"/>
      <p:bold r:id="rId13"/>
      <p:italic r:id="rId14"/>
      <p:boldItalic r:id="rId15"/>
    </p:embeddedFont>
    <p:embeddedFont>
      <p:font typeface="Montserrat"/>
      <p:regular r:id="rId16"/>
      <p:bold r:id="rId17"/>
      <p:italic r:id="rId18"/>
      <p:boldItalic r:id="rId19"/>
    </p:embeddedFont>
    <p:embeddedFont>
      <p:font typeface="Montserrat Medium"/>
      <p:regular r:id="rId20"/>
      <p:bold r:id="rId21"/>
      <p:italic r:id="rId22"/>
      <p:boldItalic r:id="rId23"/>
    </p:embeddedFont>
    <p:embeddedFont>
      <p:font typeface="Work Sans"/>
      <p:regular r:id="rId24"/>
      <p:bold r:id="rId25"/>
      <p:italic r:id="rId26"/>
      <p:boldItalic r:id="rId27"/>
    </p:embeddedFont>
    <p:embeddedFont>
      <p:font typeface="Host Grotesk SemiBold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Medium-regular.fntdata"/><Relationship Id="rId22" Type="http://schemas.openxmlformats.org/officeDocument/2006/relationships/font" Target="fonts/MontserratMedium-italic.fntdata"/><Relationship Id="rId21" Type="http://schemas.openxmlformats.org/officeDocument/2006/relationships/font" Target="fonts/MontserratMedium-bold.fntdata"/><Relationship Id="rId24" Type="http://schemas.openxmlformats.org/officeDocument/2006/relationships/font" Target="fonts/WorkSans-regular.fntdata"/><Relationship Id="rId23" Type="http://schemas.openxmlformats.org/officeDocument/2006/relationships/font" Target="fonts/MontserratMedium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MontserratSemiBold-bold.fntdata"/><Relationship Id="rId26" Type="http://schemas.openxmlformats.org/officeDocument/2006/relationships/font" Target="fonts/WorkSans-italic.fntdata"/><Relationship Id="rId25" Type="http://schemas.openxmlformats.org/officeDocument/2006/relationships/font" Target="fonts/WorkSans-bold.fntdata"/><Relationship Id="rId28" Type="http://schemas.openxmlformats.org/officeDocument/2006/relationships/font" Target="fonts/HostGroteskSemiBold-regular.fntdata"/><Relationship Id="rId27" Type="http://schemas.openxmlformats.org/officeDocument/2006/relationships/font" Target="fonts/Work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HostGroteskSemiBold-bold.fntdata"/><Relationship Id="rId7" Type="http://schemas.openxmlformats.org/officeDocument/2006/relationships/slide" Target="slides/slide1.xml"/><Relationship Id="rId8" Type="http://schemas.openxmlformats.org/officeDocument/2006/relationships/font" Target="fonts/MontserratSemiBold-regular.fntdata"/><Relationship Id="rId31" Type="http://schemas.openxmlformats.org/officeDocument/2006/relationships/font" Target="fonts/HostGroteskSemiBold-boldItalic.fntdata"/><Relationship Id="rId30" Type="http://schemas.openxmlformats.org/officeDocument/2006/relationships/font" Target="fonts/HostGroteskSemiBold-italic.fntdata"/><Relationship Id="rId11" Type="http://schemas.openxmlformats.org/officeDocument/2006/relationships/font" Target="fonts/MontserratSemiBold-boldItalic.fntdata"/><Relationship Id="rId10" Type="http://schemas.openxmlformats.org/officeDocument/2006/relationships/font" Target="fonts/MontserratSemiBold-italic.fntdata"/><Relationship Id="rId13" Type="http://schemas.openxmlformats.org/officeDocument/2006/relationships/font" Target="fonts/ProximaNova-bold.fntdata"/><Relationship Id="rId12" Type="http://schemas.openxmlformats.org/officeDocument/2006/relationships/font" Target="fonts/ProximaNova-regular.fntdata"/><Relationship Id="rId15" Type="http://schemas.openxmlformats.org/officeDocument/2006/relationships/font" Target="fonts/ProximaNova-boldItalic.fntdata"/><Relationship Id="rId14" Type="http://schemas.openxmlformats.org/officeDocument/2006/relationships/font" Target="fonts/ProximaNova-italic.fntdata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19" Type="http://schemas.openxmlformats.org/officeDocument/2006/relationships/font" Target="fonts/Montserrat-boldItalic.fntdata"/><Relationship Id="rId18" Type="http://schemas.openxmlformats.org/officeDocument/2006/relationships/font" Target="fonts/Montserrat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f88a2c7065_2_20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7" name="Google Shape;257;g3f88a2c7065_2_20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1_1_1_1">
  <p:cSld name="CUSTOM_21_1_1_1">
    <p:bg>
      <p:bgPr>
        <a:solidFill>
          <a:schemeClr val="accent2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277499" y="416249"/>
            <a:ext cx="85890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77499" y="278850"/>
            <a:ext cx="3832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739547" y="4757766"/>
            <a:ext cx="126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5" type="tx">
  <p:cSld name="TITLE_AND_BODY">
    <p:bg>
      <p:bgPr>
        <a:solidFill>
          <a:srgbClr val="49369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284850" y="1412325"/>
            <a:ext cx="3919200" cy="22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500"/>
              <a:buFont typeface="Montserrat SemiBold"/>
              <a:buNone/>
              <a:defRPr sz="35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60" name="Google Shape;60;p15"/>
          <p:cNvSpPr/>
          <p:nvPr/>
        </p:nvSpPr>
        <p:spPr>
          <a:xfrm>
            <a:off x="4581850" y="0"/>
            <a:ext cx="4562100" cy="5143500"/>
          </a:xfrm>
          <a:prstGeom prst="rect">
            <a:avLst/>
          </a:prstGeom>
          <a:gradFill>
            <a:gsLst>
              <a:gs pos="0">
                <a:srgbClr val="241465"/>
              </a:gs>
              <a:gs pos="100000">
                <a:srgbClr val="493691"/>
              </a:gs>
            </a:gsLst>
            <a:lin ang="16198662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5"/>
          <p:cNvSpPr txBox="1"/>
          <p:nvPr>
            <p:ph idx="1" type="body"/>
          </p:nvPr>
        </p:nvSpPr>
        <p:spPr>
          <a:xfrm>
            <a:off x="277499" y="278850"/>
            <a:ext cx="3832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800"/>
              <a:buFont typeface="Montserrat"/>
              <a:buNone/>
              <a:defRPr b="1" sz="800">
                <a:solidFill>
                  <a:srgbClr val="49369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800"/>
              <a:buFont typeface="Montserrat"/>
              <a:buNone/>
              <a:defRPr b="1" sz="800">
                <a:solidFill>
                  <a:srgbClr val="49369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800"/>
              <a:buFont typeface="Montserrat"/>
              <a:buNone/>
              <a:defRPr b="1" sz="800">
                <a:solidFill>
                  <a:srgbClr val="49369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800"/>
              <a:buFont typeface="Montserrat"/>
              <a:buNone/>
              <a:defRPr b="1" sz="800">
                <a:solidFill>
                  <a:srgbClr val="49369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800"/>
              <a:buFont typeface="Montserrat"/>
              <a:buNone/>
              <a:defRPr b="1" sz="800">
                <a:solidFill>
                  <a:srgbClr val="49369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cxnSp>
        <p:nvCxnSpPr>
          <p:cNvPr id="62" name="Google Shape;62;p15"/>
          <p:cNvCxnSpPr/>
          <p:nvPr/>
        </p:nvCxnSpPr>
        <p:spPr>
          <a:xfrm rot="10800000">
            <a:off x="4585536" y="1327701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" name="Google Shape;63;p15"/>
          <p:cNvCxnSpPr/>
          <p:nvPr/>
        </p:nvCxnSpPr>
        <p:spPr>
          <a:xfrm rot="10800000">
            <a:off x="4585536" y="1814714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" name="Google Shape;64;p15"/>
          <p:cNvCxnSpPr/>
          <p:nvPr/>
        </p:nvCxnSpPr>
        <p:spPr>
          <a:xfrm rot="10800000">
            <a:off x="4585536" y="2301779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" name="Google Shape;65;p15"/>
          <p:cNvCxnSpPr/>
          <p:nvPr/>
        </p:nvCxnSpPr>
        <p:spPr>
          <a:xfrm rot="10800000">
            <a:off x="4585536" y="2788841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" name="Google Shape;66;p15"/>
          <p:cNvCxnSpPr/>
          <p:nvPr/>
        </p:nvCxnSpPr>
        <p:spPr>
          <a:xfrm rot="10800000">
            <a:off x="4585536" y="3275907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" name="Google Shape;67;p15"/>
          <p:cNvCxnSpPr/>
          <p:nvPr/>
        </p:nvCxnSpPr>
        <p:spPr>
          <a:xfrm rot="10800000">
            <a:off x="4585536" y="3762918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" name="Google Shape;68;p15"/>
          <p:cNvCxnSpPr/>
          <p:nvPr/>
        </p:nvCxnSpPr>
        <p:spPr>
          <a:xfrm rot="10800000">
            <a:off x="4585536" y="4249984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" name="Google Shape;69;p15"/>
          <p:cNvCxnSpPr/>
          <p:nvPr/>
        </p:nvCxnSpPr>
        <p:spPr>
          <a:xfrm rot="10800000">
            <a:off x="4585536" y="4736971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" name="Google Shape;70;p15"/>
          <p:cNvCxnSpPr/>
          <p:nvPr/>
        </p:nvCxnSpPr>
        <p:spPr>
          <a:xfrm rot="10800000">
            <a:off x="4585536" y="353571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" name="Google Shape;71;p15"/>
          <p:cNvCxnSpPr/>
          <p:nvPr/>
        </p:nvCxnSpPr>
        <p:spPr>
          <a:xfrm rot="10800000">
            <a:off x="4585536" y="840636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2" name="Google Shape;72;p15"/>
          <p:cNvGrpSpPr/>
          <p:nvPr/>
        </p:nvGrpSpPr>
        <p:grpSpPr>
          <a:xfrm>
            <a:off x="4586629" y="-102"/>
            <a:ext cx="4337475" cy="5143500"/>
            <a:chOff x="1" y="0"/>
            <a:chExt cx="4337475" cy="5143500"/>
          </a:xfrm>
        </p:grpSpPr>
        <p:cxnSp>
          <p:nvCxnSpPr>
            <p:cNvPr id="73" name="Google Shape;73;p15"/>
            <p:cNvCxnSpPr/>
            <p:nvPr/>
          </p:nvCxnSpPr>
          <p:spPr>
            <a:xfrm>
              <a:off x="1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4" name="Google Shape;74;p15"/>
            <p:cNvCxnSpPr/>
            <p:nvPr/>
          </p:nvCxnSpPr>
          <p:spPr>
            <a:xfrm>
              <a:off x="481915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5" name="Google Shape;75;p15"/>
            <p:cNvCxnSpPr/>
            <p:nvPr/>
          </p:nvCxnSpPr>
          <p:spPr>
            <a:xfrm>
              <a:off x="963830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6" name="Google Shape;76;p15"/>
            <p:cNvCxnSpPr/>
            <p:nvPr/>
          </p:nvCxnSpPr>
          <p:spPr>
            <a:xfrm>
              <a:off x="1445745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7" name="Google Shape;77;p15"/>
            <p:cNvCxnSpPr/>
            <p:nvPr/>
          </p:nvCxnSpPr>
          <p:spPr>
            <a:xfrm>
              <a:off x="1927659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8" name="Google Shape;78;p15"/>
            <p:cNvCxnSpPr/>
            <p:nvPr/>
          </p:nvCxnSpPr>
          <p:spPr>
            <a:xfrm>
              <a:off x="2409574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9" name="Google Shape;79;p15"/>
            <p:cNvCxnSpPr/>
            <p:nvPr/>
          </p:nvCxnSpPr>
          <p:spPr>
            <a:xfrm>
              <a:off x="2891569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0" name="Google Shape;80;p15"/>
            <p:cNvCxnSpPr/>
            <p:nvPr/>
          </p:nvCxnSpPr>
          <p:spPr>
            <a:xfrm>
              <a:off x="3373483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1" name="Google Shape;81;p15"/>
            <p:cNvCxnSpPr/>
            <p:nvPr/>
          </p:nvCxnSpPr>
          <p:spPr>
            <a:xfrm>
              <a:off x="3855489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" name="Google Shape;82;p15"/>
            <p:cNvCxnSpPr/>
            <p:nvPr/>
          </p:nvCxnSpPr>
          <p:spPr>
            <a:xfrm>
              <a:off x="4337476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83" name="Google Shape;83;p15"/>
          <p:cNvSpPr txBox="1"/>
          <p:nvPr>
            <p:ph idx="12" type="sldNum"/>
          </p:nvPr>
        </p:nvSpPr>
        <p:spPr>
          <a:xfrm>
            <a:off x="4419600" y="4627562"/>
            <a:ext cx="213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">
  <p:cSld name="BLANK_1_1_1">
    <p:bg>
      <p:bgPr>
        <a:solidFill>
          <a:srgbClr val="49369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/>
          <p:nvPr/>
        </p:nvSpPr>
        <p:spPr>
          <a:xfrm>
            <a:off x="281924" y="276249"/>
            <a:ext cx="8589000" cy="4599000"/>
          </a:xfrm>
          <a:prstGeom prst="roundRect">
            <a:avLst>
              <a:gd fmla="val 2502" name="adj"/>
            </a:avLst>
          </a:prstGeom>
          <a:gradFill>
            <a:gsLst>
              <a:gs pos="0">
                <a:srgbClr val="241465"/>
              </a:gs>
              <a:gs pos="100000">
                <a:srgbClr val="493691"/>
              </a:gs>
            </a:gsLst>
            <a:lin ang="16200038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6"/>
          <p:cNvSpPr txBox="1"/>
          <p:nvPr>
            <p:ph type="title"/>
          </p:nvPr>
        </p:nvSpPr>
        <p:spPr>
          <a:xfrm>
            <a:off x="2598474" y="3493075"/>
            <a:ext cx="5985300" cy="9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sz="4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2" type="sldNum"/>
          </p:nvPr>
        </p:nvSpPr>
        <p:spPr>
          <a:xfrm>
            <a:off x="4419600" y="4627562"/>
            <a:ext cx="213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4">
  <p:cSld name="CUSTOM_24">
    <p:bg>
      <p:bgPr>
        <a:solidFill>
          <a:schemeClr val="accent2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417936" y="2663234"/>
            <a:ext cx="13374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17"/>
          <p:cNvSpPr txBox="1"/>
          <p:nvPr>
            <p:ph idx="2" type="body"/>
          </p:nvPr>
        </p:nvSpPr>
        <p:spPr>
          <a:xfrm>
            <a:off x="417811" y="3187835"/>
            <a:ext cx="1337400" cy="11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3" type="body"/>
          </p:nvPr>
        </p:nvSpPr>
        <p:spPr>
          <a:xfrm>
            <a:off x="2167325" y="3187835"/>
            <a:ext cx="1337400" cy="11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4" type="body"/>
          </p:nvPr>
        </p:nvSpPr>
        <p:spPr>
          <a:xfrm>
            <a:off x="3903300" y="3187835"/>
            <a:ext cx="1337400" cy="11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idx="5" type="body"/>
          </p:nvPr>
        </p:nvSpPr>
        <p:spPr>
          <a:xfrm>
            <a:off x="5648624" y="3187835"/>
            <a:ext cx="1337400" cy="11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6" type="body"/>
          </p:nvPr>
        </p:nvSpPr>
        <p:spPr>
          <a:xfrm>
            <a:off x="7385291" y="3187835"/>
            <a:ext cx="1337400" cy="11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5" name="Google Shape;95;p17"/>
          <p:cNvSpPr txBox="1"/>
          <p:nvPr>
            <p:ph type="title"/>
          </p:nvPr>
        </p:nvSpPr>
        <p:spPr>
          <a:xfrm>
            <a:off x="277499" y="416249"/>
            <a:ext cx="85890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pic>
        <p:nvPicPr>
          <p:cNvPr descr="Logo2.pngGoogle Shape;37;p4" id="96" name="Google Shape;96;p17"/>
          <p:cNvPicPr preferRelativeResize="0"/>
          <p:nvPr/>
        </p:nvPicPr>
        <p:blipFill rotWithShape="1">
          <a:blip r:embed="rId2">
            <a:alphaModFix/>
          </a:blip>
          <a:srcRect b="0" l="24471" r="0" t="0"/>
          <a:stretch/>
        </p:blipFill>
        <p:spPr>
          <a:xfrm>
            <a:off x="7986349" y="205150"/>
            <a:ext cx="888051" cy="2528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7"/>
          <p:cNvSpPr txBox="1"/>
          <p:nvPr>
            <p:ph idx="12" type="sldNum"/>
          </p:nvPr>
        </p:nvSpPr>
        <p:spPr>
          <a:xfrm>
            <a:off x="8739547" y="4757766"/>
            <a:ext cx="126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5">
  <p:cSld name="CUSTOM_25">
    <p:bg>
      <p:bgPr>
        <a:solidFill>
          <a:srgbClr val="49369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284850" y="1412325"/>
            <a:ext cx="3919200" cy="22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500"/>
              <a:buFont typeface="Montserrat SemiBold"/>
              <a:buNone/>
              <a:defRPr sz="35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100" name="Google Shape;100;p18"/>
          <p:cNvSpPr/>
          <p:nvPr/>
        </p:nvSpPr>
        <p:spPr>
          <a:xfrm>
            <a:off x="4581850" y="0"/>
            <a:ext cx="4562100" cy="5143500"/>
          </a:xfrm>
          <a:prstGeom prst="rect">
            <a:avLst/>
          </a:prstGeom>
          <a:gradFill>
            <a:gsLst>
              <a:gs pos="0">
                <a:srgbClr val="241465"/>
              </a:gs>
              <a:gs pos="100000">
                <a:srgbClr val="493691"/>
              </a:gs>
            </a:gsLst>
            <a:lin ang="16198662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277499" y="278850"/>
            <a:ext cx="3832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cxnSp>
        <p:nvCxnSpPr>
          <p:cNvPr id="102" name="Google Shape;102;p18"/>
          <p:cNvCxnSpPr/>
          <p:nvPr/>
        </p:nvCxnSpPr>
        <p:spPr>
          <a:xfrm rot="10800000">
            <a:off x="4585536" y="1327701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" name="Google Shape;103;p18"/>
          <p:cNvCxnSpPr/>
          <p:nvPr/>
        </p:nvCxnSpPr>
        <p:spPr>
          <a:xfrm rot="10800000">
            <a:off x="4585536" y="1814714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" name="Google Shape;104;p18"/>
          <p:cNvCxnSpPr/>
          <p:nvPr/>
        </p:nvCxnSpPr>
        <p:spPr>
          <a:xfrm rot="10800000">
            <a:off x="4585536" y="2301779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" name="Google Shape;105;p18"/>
          <p:cNvCxnSpPr/>
          <p:nvPr/>
        </p:nvCxnSpPr>
        <p:spPr>
          <a:xfrm rot="10800000">
            <a:off x="4585536" y="2788841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" name="Google Shape;106;p18"/>
          <p:cNvCxnSpPr/>
          <p:nvPr/>
        </p:nvCxnSpPr>
        <p:spPr>
          <a:xfrm rot="10800000">
            <a:off x="4585536" y="3275907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" name="Google Shape;107;p18"/>
          <p:cNvCxnSpPr/>
          <p:nvPr/>
        </p:nvCxnSpPr>
        <p:spPr>
          <a:xfrm rot="10800000">
            <a:off x="4585536" y="3762918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" name="Google Shape;108;p18"/>
          <p:cNvCxnSpPr/>
          <p:nvPr/>
        </p:nvCxnSpPr>
        <p:spPr>
          <a:xfrm rot="10800000">
            <a:off x="4585536" y="4249984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" name="Google Shape;109;p18"/>
          <p:cNvCxnSpPr/>
          <p:nvPr/>
        </p:nvCxnSpPr>
        <p:spPr>
          <a:xfrm rot="10800000">
            <a:off x="4585536" y="4736971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" name="Google Shape;110;p18"/>
          <p:cNvCxnSpPr/>
          <p:nvPr/>
        </p:nvCxnSpPr>
        <p:spPr>
          <a:xfrm rot="10800000">
            <a:off x="4585536" y="353571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" name="Google Shape;111;p18"/>
          <p:cNvCxnSpPr/>
          <p:nvPr/>
        </p:nvCxnSpPr>
        <p:spPr>
          <a:xfrm rot="10800000">
            <a:off x="4585536" y="840636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2" name="Google Shape;112;p18"/>
          <p:cNvGrpSpPr/>
          <p:nvPr/>
        </p:nvGrpSpPr>
        <p:grpSpPr>
          <a:xfrm>
            <a:off x="4586629" y="-102"/>
            <a:ext cx="4337475" cy="5143500"/>
            <a:chOff x="1" y="0"/>
            <a:chExt cx="4337475" cy="5143500"/>
          </a:xfrm>
        </p:grpSpPr>
        <p:cxnSp>
          <p:nvCxnSpPr>
            <p:cNvPr id="113" name="Google Shape;113;p18"/>
            <p:cNvCxnSpPr/>
            <p:nvPr/>
          </p:nvCxnSpPr>
          <p:spPr>
            <a:xfrm>
              <a:off x="1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4" name="Google Shape;114;p18"/>
            <p:cNvCxnSpPr/>
            <p:nvPr/>
          </p:nvCxnSpPr>
          <p:spPr>
            <a:xfrm>
              <a:off x="481915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5" name="Google Shape;115;p18"/>
            <p:cNvCxnSpPr/>
            <p:nvPr/>
          </p:nvCxnSpPr>
          <p:spPr>
            <a:xfrm>
              <a:off x="963830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6" name="Google Shape;116;p18"/>
            <p:cNvCxnSpPr/>
            <p:nvPr/>
          </p:nvCxnSpPr>
          <p:spPr>
            <a:xfrm>
              <a:off x="1445745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" name="Google Shape;117;p18"/>
            <p:cNvCxnSpPr/>
            <p:nvPr/>
          </p:nvCxnSpPr>
          <p:spPr>
            <a:xfrm>
              <a:off x="1927659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8" name="Google Shape;118;p18"/>
            <p:cNvCxnSpPr/>
            <p:nvPr/>
          </p:nvCxnSpPr>
          <p:spPr>
            <a:xfrm>
              <a:off x="2409574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9" name="Google Shape;119;p18"/>
            <p:cNvCxnSpPr/>
            <p:nvPr/>
          </p:nvCxnSpPr>
          <p:spPr>
            <a:xfrm>
              <a:off x="2891569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0" name="Google Shape;120;p18"/>
            <p:cNvCxnSpPr/>
            <p:nvPr/>
          </p:nvCxnSpPr>
          <p:spPr>
            <a:xfrm>
              <a:off x="3373483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1" name="Google Shape;121;p18"/>
            <p:cNvCxnSpPr/>
            <p:nvPr/>
          </p:nvCxnSpPr>
          <p:spPr>
            <a:xfrm>
              <a:off x="3855489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2" name="Google Shape;122;p18"/>
            <p:cNvCxnSpPr/>
            <p:nvPr/>
          </p:nvCxnSpPr>
          <p:spPr>
            <a:xfrm>
              <a:off x="4337476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23" name="Google Shape;123;p18"/>
          <p:cNvSpPr txBox="1"/>
          <p:nvPr>
            <p:ph idx="12" type="sldNum"/>
          </p:nvPr>
        </p:nvSpPr>
        <p:spPr>
          <a:xfrm>
            <a:off x="4419600" y="4627562"/>
            <a:ext cx="213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3" type="title">
  <p:cSld name="TITLE">
    <p:bg>
      <p:bgPr>
        <a:solidFill>
          <a:srgbClr val="49369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/>
          <p:nvPr/>
        </p:nvSpPr>
        <p:spPr>
          <a:xfrm rot="10800000">
            <a:off x="281925" y="276250"/>
            <a:ext cx="8589000" cy="4599000"/>
          </a:xfrm>
          <a:prstGeom prst="roundRect">
            <a:avLst>
              <a:gd fmla="val 2502" name="adj"/>
            </a:avLst>
          </a:prstGeom>
          <a:gradFill>
            <a:gsLst>
              <a:gs pos="0">
                <a:srgbClr val="241465"/>
              </a:gs>
              <a:gs pos="100000">
                <a:srgbClr val="493691"/>
              </a:gs>
            </a:gsLst>
            <a:lin ang="16200038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9"/>
          <p:cNvSpPr txBox="1"/>
          <p:nvPr>
            <p:ph idx="1" type="body"/>
          </p:nvPr>
        </p:nvSpPr>
        <p:spPr>
          <a:xfrm>
            <a:off x="821003" y="3923105"/>
            <a:ext cx="58593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228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cxnSp>
        <p:nvCxnSpPr>
          <p:cNvPr id="127" name="Google Shape;127;p19"/>
          <p:cNvCxnSpPr/>
          <p:nvPr/>
        </p:nvCxnSpPr>
        <p:spPr>
          <a:xfrm>
            <a:off x="550875" y="792575"/>
            <a:ext cx="80529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" name="Google Shape;128;p19"/>
          <p:cNvCxnSpPr/>
          <p:nvPr/>
        </p:nvCxnSpPr>
        <p:spPr>
          <a:xfrm>
            <a:off x="550875" y="4521775"/>
            <a:ext cx="80451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" name="Google Shape;129;p19"/>
          <p:cNvSpPr txBox="1"/>
          <p:nvPr>
            <p:ph type="title"/>
          </p:nvPr>
        </p:nvSpPr>
        <p:spPr>
          <a:xfrm>
            <a:off x="795524" y="2244455"/>
            <a:ext cx="6121800" cy="1410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Font typeface="Montserrat SemiBold"/>
              <a:buNone/>
              <a:defRPr sz="5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pic>
        <p:nvPicPr>
          <p:cNvPr descr="Logo-white.pngGoogle Shape;16;p2" id="130" name="Google Shape;130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0874" y="466645"/>
            <a:ext cx="1112102" cy="207876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9"/>
          <p:cNvSpPr txBox="1"/>
          <p:nvPr>
            <p:ph idx="12" type="sldNum"/>
          </p:nvPr>
        </p:nvSpPr>
        <p:spPr>
          <a:xfrm>
            <a:off x="4419600" y="4627562"/>
            <a:ext cx="213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1_1_1">
  <p:cSld name="CUSTOM_21_1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title"/>
          </p:nvPr>
        </p:nvSpPr>
        <p:spPr>
          <a:xfrm>
            <a:off x="277499" y="416249"/>
            <a:ext cx="85890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134" name="Google Shape;134;p20"/>
          <p:cNvSpPr txBox="1"/>
          <p:nvPr>
            <p:ph idx="1" type="body"/>
          </p:nvPr>
        </p:nvSpPr>
        <p:spPr>
          <a:xfrm>
            <a:off x="277499" y="278850"/>
            <a:ext cx="3832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-white.pngGoogle Shape;42;p5" id="135" name="Google Shape;135;p20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7999100" y="227652"/>
            <a:ext cx="867451" cy="207876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0"/>
          <p:cNvSpPr txBox="1"/>
          <p:nvPr>
            <p:ph idx="12" type="sldNum"/>
          </p:nvPr>
        </p:nvSpPr>
        <p:spPr>
          <a:xfrm>
            <a:off x="8739547" y="4757766"/>
            <a:ext cx="126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_1_1_1">
  <p:cSld name="BLANK_1_1_1_1_1_1">
    <p:bg>
      <p:bgPr>
        <a:solidFill>
          <a:srgbClr val="49369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8" name="Google Shape;138;p21"/>
          <p:cNvCxnSpPr/>
          <p:nvPr/>
        </p:nvCxnSpPr>
        <p:spPr>
          <a:xfrm rot="10800000">
            <a:off x="-18925" y="353579"/>
            <a:ext cx="91566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" name="Google Shape;139;p21"/>
          <p:cNvCxnSpPr/>
          <p:nvPr/>
        </p:nvCxnSpPr>
        <p:spPr>
          <a:xfrm rot="10800000">
            <a:off x="-18925" y="840643"/>
            <a:ext cx="91566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0" name="Google Shape;140;p21"/>
          <p:cNvCxnSpPr/>
          <p:nvPr/>
        </p:nvCxnSpPr>
        <p:spPr>
          <a:xfrm rot="10800000">
            <a:off x="-18925" y="1327706"/>
            <a:ext cx="91566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1" name="Google Shape;141;p21"/>
          <p:cNvCxnSpPr/>
          <p:nvPr/>
        </p:nvCxnSpPr>
        <p:spPr>
          <a:xfrm rot="10800000">
            <a:off x="-18925" y="1814717"/>
            <a:ext cx="91566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" name="Google Shape;142;p21"/>
          <p:cNvCxnSpPr/>
          <p:nvPr/>
        </p:nvCxnSpPr>
        <p:spPr>
          <a:xfrm rot="10800000">
            <a:off x="-18925" y="2301781"/>
            <a:ext cx="91566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3" name="Google Shape;143;p21"/>
          <p:cNvGrpSpPr/>
          <p:nvPr/>
        </p:nvGrpSpPr>
        <p:grpSpPr>
          <a:xfrm>
            <a:off x="-3524" y="-102"/>
            <a:ext cx="9156703" cy="5143500"/>
            <a:chOff x="1" y="0"/>
            <a:chExt cx="9156703" cy="5143500"/>
          </a:xfrm>
        </p:grpSpPr>
        <p:cxnSp>
          <p:nvCxnSpPr>
            <p:cNvPr id="144" name="Google Shape;144;p21"/>
            <p:cNvCxnSpPr/>
            <p:nvPr/>
          </p:nvCxnSpPr>
          <p:spPr>
            <a:xfrm>
              <a:off x="481915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5" name="Google Shape;145;p21"/>
            <p:cNvCxnSpPr/>
            <p:nvPr/>
          </p:nvCxnSpPr>
          <p:spPr>
            <a:xfrm>
              <a:off x="963830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6" name="Google Shape;146;p21"/>
            <p:cNvCxnSpPr/>
            <p:nvPr/>
          </p:nvCxnSpPr>
          <p:spPr>
            <a:xfrm>
              <a:off x="1445745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7" name="Google Shape;147;p21"/>
            <p:cNvCxnSpPr/>
            <p:nvPr/>
          </p:nvCxnSpPr>
          <p:spPr>
            <a:xfrm>
              <a:off x="1927659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8" name="Google Shape;148;p21"/>
            <p:cNvCxnSpPr/>
            <p:nvPr/>
          </p:nvCxnSpPr>
          <p:spPr>
            <a:xfrm>
              <a:off x="2409575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9" name="Google Shape;149;p21"/>
            <p:cNvCxnSpPr/>
            <p:nvPr/>
          </p:nvCxnSpPr>
          <p:spPr>
            <a:xfrm>
              <a:off x="2891489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0" name="Google Shape;150;p21"/>
            <p:cNvCxnSpPr/>
            <p:nvPr/>
          </p:nvCxnSpPr>
          <p:spPr>
            <a:xfrm>
              <a:off x="1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1" name="Google Shape;151;p21"/>
            <p:cNvCxnSpPr/>
            <p:nvPr/>
          </p:nvCxnSpPr>
          <p:spPr>
            <a:xfrm>
              <a:off x="3373404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2" name="Google Shape;152;p21"/>
            <p:cNvCxnSpPr/>
            <p:nvPr/>
          </p:nvCxnSpPr>
          <p:spPr>
            <a:xfrm>
              <a:off x="3855319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3" name="Google Shape;153;p21"/>
            <p:cNvCxnSpPr/>
            <p:nvPr/>
          </p:nvCxnSpPr>
          <p:spPr>
            <a:xfrm>
              <a:off x="4337233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4" name="Google Shape;154;p21"/>
            <p:cNvCxnSpPr/>
            <p:nvPr/>
          </p:nvCxnSpPr>
          <p:spPr>
            <a:xfrm>
              <a:off x="4819148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5" name="Google Shape;155;p21"/>
            <p:cNvCxnSpPr/>
            <p:nvPr/>
          </p:nvCxnSpPr>
          <p:spPr>
            <a:xfrm>
              <a:off x="5301063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" name="Google Shape;156;p21"/>
            <p:cNvCxnSpPr/>
            <p:nvPr/>
          </p:nvCxnSpPr>
          <p:spPr>
            <a:xfrm>
              <a:off x="5782978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7" name="Google Shape;157;p21"/>
            <p:cNvCxnSpPr/>
            <p:nvPr/>
          </p:nvCxnSpPr>
          <p:spPr>
            <a:xfrm>
              <a:off x="6264892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8" name="Google Shape;158;p21"/>
            <p:cNvCxnSpPr/>
            <p:nvPr/>
          </p:nvCxnSpPr>
          <p:spPr>
            <a:xfrm>
              <a:off x="6746807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9" name="Google Shape;159;p21"/>
            <p:cNvCxnSpPr/>
            <p:nvPr/>
          </p:nvCxnSpPr>
          <p:spPr>
            <a:xfrm>
              <a:off x="7228802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0" name="Google Shape;160;p21"/>
            <p:cNvCxnSpPr/>
            <p:nvPr/>
          </p:nvCxnSpPr>
          <p:spPr>
            <a:xfrm>
              <a:off x="7710717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1" name="Google Shape;161;p21"/>
            <p:cNvCxnSpPr/>
            <p:nvPr/>
          </p:nvCxnSpPr>
          <p:spPr>
            <a:xfrm>
              <a:off x="8192722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62" name="Google Shape;162;p21"/>
            <p:cNvGrpSpPr/>
            <p:nvPr/>
          </p:nvGrpSpPr>
          <p:grpSpPr>
            <a:xfrm>
              <a:off x="8674709" y="0"/>
              <a:ext cx="481995" cy="5143500"/>
              <a:chOff x="1" y="0"/>
              <a:chExt cx="481995" cy="5143500"/>
            </a:xfrm>
          </p:grpSpPr>
          <p:cxnSp>
            <p:nvCxnSpPr>
              <p:cNvPr id="163" name="Google Shape;163;p21"/>
              <p:cNvCxnSpPr/>
              <p:nvPr/>
            </p:nvCxnSpPr>
            <p:spPr>
              <a:xfrm>
                <a:off x="1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4" name="Google Shape;164;p21"/>
              <p:cNvCxnSpPr/>
              <p:nvPr/>
            </p:nvCxnSpPr>
            <p:spPr>
              <a:xfrm>
                <a:off x="481996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cxnSp>
        <p:nvCxnSpPr>
          <p:cNvPr id="165" name="Google Shape;165;p21"/>
          <p:cNvCxnSpPr/>
          <p:nvPr/>
        </p:nvCxnSpPr>
        <p:spPr>
          <a:xfrm rot="10800000">
            <a:off x="-18925" y="2788841"/>
            <a:ext cx="91566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6" name="Google Shape;166;p21"/>
          <p:cNvCxnSpPr/>
          <p:nvPr/>
        </p:nvCxnSpPr>
        <p:spPr>
          <a:xfrm rot="10800000">
            <a:off x="-18925" y="3275906"/>
            <a:ext cx="91566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7" name="Google Shape;167;p21"/>
          <p:cNvCxnSpPr/>
          <p:nvPr/>
        </p:nvCxnSpPr>
        <p:spPr>
          <a:xfrm rot="10800000">
            <a:off x="-18925" y="3762915"/>
            <a:ext cx="91566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8" name="Google Shape;168;p21"/>
          <p:cNvCxnSpPr/>
          <p:nvPr/>
        </p:nvCxnSpPr>
        <p:spPr>
          <a:xfrm rot="10800000">
            <a:off x="-18925" y="4249979"/>
            <a:ext cx="91566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9" name="Google Shape;169;p21"/>
          <p:cNvCxnSpPr/>
          <p:nvPr/>
        </p:nvCxnSpPr>
        <p:spPr>
          <a:xfrm rot="10800000">
            <a:off x="-18925" y="4736964"/>
            <a:ext cx="91566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0" name="Google Shape;170;p21"/>
          <p:cNvSpPr txBox="1"/>
          <p:nvPr>
            <p:ph type="title"/>
          </p:nvPr>
        </p:nvSpPr>
        <p:spPr>
          <a:xfrm>
            <a:off x="1437725" y="1326450"/>
            <a:ext cx="6258900" cy="1948200"/>
          </a:xfrm>
          <a:prstGeom prst="rect">
            <a:avLst/>
          </a:prstGeom>
          <a:solidFill>
            <a:srgbClr val="49369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00" lIns="91400" spcFirstLastPara="1" rIns="91400" wrap="square" tIns="914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500"/>
              <a:buFont typeface="Montserrat SemiBold"/>
              <a:buNone/>
              <a:defRPr sz="35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171" name="Google Shape;171;p21"/>
          <p:cNvSpPr txBox="1"/>
          <p:nvPr>
            <p:ph idx="12" type="sldNum"/>
          </p:nvPr>
        </p:nvSpPr>
        <p:spPr>
          <a:xfrm>
            <a:off x="8739547" y="4757766"/>
            <a:ext cx="126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_1_1_1_1_1_1_1_1">
  <p:cSld name="BLANK_1_1_1_1_1_1_1_1_1_1_1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2"/>
          <p:cNvSpPr txBox="1"/>
          <p:nvPr>
            <p:ph idx="1" type="body"/>
          </p:nvPr>
        </p:nvSpPr>
        <p:spPr>
          <a:xfrm>
            <a:off x="4539824" y="1730491"/>
            <a:ext cx="43257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Montserrat"/>
              <a:buNone/>
              <a:defRPr sz="20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Montserrat"/>
              <a:buNone/>
              <a:defRPr sz="2000">
                <a:solidFill>
                  <a:schemeClr val="accen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Montserrat"/>
              <a:buNone/>
              <a:defRPr sz="2000">
                <a:solidFill>
                  <a:schemeClr val="accen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Montserrat"/>
              <a:buNone/>
              <a:defRPr sz="2000">
                <a:solidFill>
                  <a:schemeClr val="accen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Montserrat"/>
              <a:buNone/>
              <a:defRPr sz="2000">
                <a:solidFill>
                  <a:schemeClr val="accent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4" name="Google Shape;174;p22"/>
          <p:cNvSpPr txBox="1"/>
          <p:nvPr>
            <p:ph type="title"/>
          </p:nvPr>
        </p:nvSpPr>
        <p:spPr>
          <a:xfrm>
            <a:off x="277499" y="1059675"/>
            <a:ext cx="4294500" cy="280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Font typeface="Montserrat SemiBold"/>
              <a:buNone/>
              <a:defRPr sz="5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pic>
        <p:nvPicPr>
          <p:cNvPr descr="Logo-white.pngGoogle Shape;115;p9" id="175" name="Google Shape;175;p22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7999100" y="227652"/>
            <a:ext cx="867451" cy="207876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2"/>
          <p:cNvSpPr txBox="1"/>
          <p:nvPr>
            <p:ph idx="12" type="sldNum"/>
          </p:nvPr>
        </p:nvSpPr>
        <p:spPr>
          <a:xfrm>
            <a:off x="8739547" y="4757766"/>
            <a:ext cx="126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1">
  <p:cSld name="CUSTOM_11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3"/>
          <p:cNvSpPr/>
          <p:nvPr>
            <p:ph idx="2" type="pic"/>
          </p:nvPr>
        </p:nvSpPr>
        <p:spPr>
          <a:xfrm>
            <a:off x="277499" y="734599"/>
            <a:ext cx="1383900" cy="16602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23"/>
          <p:cNvSpPr/>
          <p:nvPr>
            <p:ph idx="3" type="pic"/>
          </p:nvPr>
        </p:nvSpPr>
        <p:spPr>
          <a:xfrm>
            <a:off x="277499" y="2521174"/>
            <a:ext cx="1383900" cy="18792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23"/>
          <p:cNvSpPr/>
          <p:nvPr>
            <p:ph idx="4" type="pic"/>
          </p:nvPr>
        </p:nvSpPr>
        <p:spPr>
          <a:xfrm>
            <a:off x="1867633" y="850900"/>
            <a:ext cx="2589300" cy="34332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23"/>
          <p:cNvSpPr txBox="1"/>
          <p:nvPr>
            <p:ph type="title"/>
          </p:nvPr>
        </p:nvSpPr>
        <p:spPr>
          <a:xfrm>
            <a:off x="5778174" y="1800749"/>
            <a:ext cx="28206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182" name="Google Shape;182;p23"/>
          <p:cNvSpPr txBox="1"/>
          <p:nvPr>
            <p:ph idx="1" type="body"/>
          </p:nvPr>
        </p:nvSpPr>
        <p:spPr>
          <a:xfrm>
            <a:off x="277499" y="278850"/>
            <a:ext cx="3832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-white.pngGoogle Shape;125;p10" id="183" name="Google Shape;183;p23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7999100" y="227652"/>
            <a:ext cx="867451" cy="207876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3"/>
          <p:cNvSpPr txBox="1"/>
          <p:nvPr>
            <p:ph idx="12" type="sldNum"/>
          </p:nvPr>
        </p:nvSpPr>
        <p:spPr>
          <a:xfrm>
            <a:off x="8739547" y="4757766"/>
            <a:ext cx="126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2">
  <p:cSld name="CUSTOM_12">
    <p:bg>
      <p:bgPr>
        <a:solidFill>
          <a:schemeClr val="accent2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4"/>
          <p:cNvSpPr txBox="1"/>
          <p:nvPr>
            <p:ph type="title"/>
          </p:nvPr>
        </p:nvSpPr>
        <p:spPr>
          <a:xfrm>
            <a:off x="277499" y="416249"/>
            <a:ext cx="85890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187" name="Google Shape;187;p24"/>
          <p:cNvSpPr txBox="1"/>
          <p:nvPr>
            <p:ph idx="1" type="body"/>
          </p:nvPr>
        </p:nvSpPr>
        <p:spPr>
          <a:xfrm>
            <a:off x="4572000" y="2571750"/>
            <a:ext cx="3585000" cy="10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Char char="●"/>
              <a:defRPr>
                <a:solidFill>
                  <a:srgbClr val="493691"/>
                </a:solidFill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Char char="○"/>
              <a:defRPr>
                <a:solidFill>
                  <a:srgbClr val="493691"/>
                </a:solidFill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Char char="■"/>
              <a:defRPr>
                <a:solidFill>
                  <a:srgbClr val="493691"/>
                </a:solidFill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Char char="●"/>
              <a:defRPr>
                <a:solidFill>
                  <a:srgbClr val="493691"/>
                </a:solidFill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Char char="○"/>
              <a:defRPr>
                <a:solidFill>
                  <a:srgbClr val="49369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88" name="Google Shape;188;p24"/>
          <p:cNvSpPr txBox="1"/>
          <p:nvPr>
            <p:ph idx="2" type="body"/>
          </p:nvPr>
        </p:nvSpPr>
        <p:spPr>
          <a:xfrm>
            <a:off x="277499" y="2571741"/>
            <a:ext cx="3585000" cy="10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2.pngGoogle Shape;132;p11" id="189" name="Google Shape;189;p24"/>
          <p:cNvPicPr preferRelativeResize="0"/>
          <p:nvPr/>
        </p:nvPicPr>
        <p:blipFill rotWithShape="1">
          <a:blip r:embed="rId2">
            <a:alphaModFix/>
          </a:blip>
          <a:srcRect b="0" l="24471" r="0" t="0"/>
          <a:stretch/>
        </p:blipFill>
        <p:spPr>
          <a:xfrm>
            <a:off x="7986349" y="205150"/>
            <a:ext cx="888051" cy="25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4"/>
          <p:cNvSpPr txBox="1"/>
          <p:nvPr>
            <p:ph idx="12" type="sldNum"/>
          </p:nvPr>
        </p:nvSpPr>
        <p:spPr>
          <a:xfrm>
            <a:off x="8739547" y="4757766"/>
            <a:ext cx="126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2_1">
  <p:cSld name="CUSTOM_12_1">
    <p:bg>
      <p:bgPr>
        <a:solidFill>
          <a:schemeClr val="accent2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5"/>
          <p:cNvSpPr txBox="1"/>
          <p:nvPr>
            <p:ph type="title"/>
          </p:nvPr>
        </p:nvSpPr>
        <p:spPr>
          <a:xfrm>
            <a:off x="277499" y="416249"/>
            <a:ext cx="36309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193" name="Google Shape;193;p25"/>
          <p:cNvSpPr txBox="1"/>
          <p:nvPr>
            <p:ph idx="1" type="body"/>
          </p:nvPr>
        </p:nvSpPr>
        <p:spPr>
          <a:xfrm>
            <a:off x="4839675" y="840449"/>
            <a:ext cx="37590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Char char="●"/>
              <a:defRPr sz="9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Char char="○"/>
              <a:defRPr sz="9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Char char="■"/>
              <a:defRPr sz="9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Char char="●"/>
              <a:defRPr sz="9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Char char="○"/>
              <a:defRPr sz="9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2.pngGoogle Shape;140;p12" id="194" name="Google Shape;194;p25"/>
          <p:cNvPicPr preferRelativeResize="0"/>
          <p:nvPr/>
        </p:nvPicPr>
        <p:blipFill rotWithShape="1">
          <a:blip r:embed="rId2">
            <a:alphaModFix/>
          </a:blip>
          <a:srcRect b="0" l="24471" r="0" t="0"/>
          <a:stretch/>
        </p:blipFill>
        <p:spPr>
          <a:xfrm>
            <a:off x="7986349" y="205150"/>
            <a:ext cx="888051" cy="252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eck.pngGoogle Shape;141;p12" id="195" name="Google Shape;19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9900" y="610399"/>
            <a:ext cx="192001" cy="192002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5"/>
          <p:cNvSpPr txBox="1"/>
          <p:nvPr>
            <p:ph idx="2" type="body"/>
          </p:nvPr>
        </p:nvSpPr>
        <p:spPr>
          <a:xfrm>
            <a:off x="4839675" y="1845849"/>
            <a:ext cx="37590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check.pngGoogle Shape;144;p12" id="197" name="Google Shape;19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9900" y="1615800"/>
            <a:ext cx="192001" cy="192001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5"/>
          <p:cNvSpPr txBox="1"/>
          <p:nvPr>
            <p:ph idx="3" type="body"/>
          </p:nvPr>
        </p:nvSpPr>
        <p:spPr>
          <a:xfrm>
            <a:off x="4839675" y="2851249"/>
            <a:ext cx="37590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check.pngGoogle Shape;147;p12" id="199" name="Google Shape;19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9900" y="2621200"/>
            <a:ext cx="192001" cy="192001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5"/>
          <p:cNvSpPr txBox="1"/>
          <p:nvPr>
            <p:ph idx="4" type="body"/>
          </p:nvPr>
        </p:nvSpPr>
        <p:spPr>
          <a:xfrm>
            <a:off x="4839675" y="3864850"/>
            <a:ext cx="37590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check.pngGoogle Shape;150;p12" id="201" name="Google Shape;20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9900" y="3634799"/>
            <a:ext cx="192001" cy="1920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2" name="Google Shape;202;p25"/>
          <p:cNvCxnSpPr/>
          <p:nvPr/>
        </p:nvCxnSpPr>
        <p:spPr>
          <a:xfrm>
            <a:off x="4278051" y="287400"/>
            <a:ext cx="0" cy="4573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" name="Google Shape;203;p25"/>
          <p:cNvSpPr txBox="1"/>
          <p:nvPr>
            <p:ph idx="5" type="body"/>
          </p:nvPr>
        </p:nvSpPr>
        <p:spPr>
          <a:xfrm>
            <a:off x="277499" y="1061865"/>
            <a:ext cx="34287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04" name="Google Shape;204;p25"/>
          <p:cNvSpPr txBox="1"/>
          <p:nvPr>
            <p:ph idx="12" type="sldNum"/>
          </p:nvPr>
        </p:nvSpPr>
        <p:spPr>
          <a:xfrm>
            <a:off x="8739547" y="4757766"/>
            <a:ext cx="126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3">
  <p:cSld name="CUSTOM_13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6"/>
          <p:cNvSpPr txBox="1"/>
          <p:nvPr/>
        </p:nvSpPr>
        <p:spPr>
          <a:xfrm>
            <a:off x="277499" y="1934926"/>
            <a:ext cx="8301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6300"/>
              <a:buFont typeface="Work Sans"/>
              <a:buNone/>
            </a:pPr>
            <a:r>
              <a:rPr b="1" i="0" lang="en" sz="6300" u="none" cap="none" strike="noStrike">
                <a:solidFill>
                  <a:srgbClr val="493691"/>
                </a:solidFill>
                <a:latin typeface="Work Sans"/>
                <a:ea typeface="Work Sans"/>
                <a:cs typeface="Work Sans"/>
                <a:sym typeface="Work Sans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 txBox="1"/>
          <p:nvPr>
            <p:ph type="title"/>
          </p:nvPr>
        </p:nvSpPr>
        <p:spPr>
          <a:xfrm>
            <a:off x="277499" y="416249"/>
            <a:ext cx="85890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208" name="Google Shape;208;p26"/>
          <p:cNvSpPr txBox="1"/>
          <p:nvPr>
            <p:ph idx="1" type="body"/>
          </p:nvPr>
        </p:nvSpPr>
        <p:spPr>
          <a:xfrm>
            <a:off x="545225" y="3722999"/>
            <a:ext cx="35505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 b="1" sz="9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 b="1" sz="900">
                <a:solidFill>
                  <a:schemeClr val="accen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 b="1" sz="900">
                <a:solidFill>
                  <a:schemeClr val="accen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 b="1" sz="900">
                <a:solidFill>
                  <a:schemeClr val="accen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 b="1" sz="900">
                <a:solidFill>
                  <a:schemeClr val="accent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09" name="Google Shape;209;p26"/>
          <p:cNvSpPr txBox="1"/>
          <p:nvPr>
            <p:ph idx="2" type="body"/>
          </p:nvPr>
        </p:nvSpPr>
        <p:spPr>
          <a:xfrm>
            <a:off x="545225" y="2315324"/>
            <a:ext cx="3550500" cy="10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10" name="Google Shape;210;p26"/>
          <p:cNvSpPr txBox="1"/>
          <p:nvPr/>
        </p:nvSpPr>
        <p:spPr>
          <a:xfrm>
            <a:off x="4309293" y="1934926"/>
            <a:ext cx="8301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6300"/>
              <a:buFont typeface="Work Sans"/>
              <a:buNone/>
            </a:pPr>
            <a:r>
              <a:rPr b="1" i="0" lang="en" sz="6300" u="none" cap="none" strike="noStrike">
                <a:solidFill>
                  <a:srgbClr val="493691"/>
                </a:solidFill>
                <a:latin typeface="Work Sans"/>
                <a:ea typeface="Work Sans"/>
                <a:cs typeface="Work Sans"/>
                <a:sym typeface="Work Sans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 txBox="1"/>
          <p:nvPr>
            <p:ph idx="3" type="body"/>
          </p:nvPr>
        </p:nvSpPr>
        <p:spPr>
          <a:xfrm>
            <a:off x="4577017" y="2315324"/>
            <a:ext cx="3550500" cy="10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-white.pngGoogle Shape;164;p13" id="212" name="Google Shape;212;p26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7999100" y="227652"/>
            <a:ext cx="867451" cy="207876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6"/>
          <p:cNvSpPr txBox="1"/>
          <p:nvPr>
            <p:ph idx="12" type="sldNum"/>
          </p:nvPr>
        </p:nvSpPr>
        <p:spPr>
          <a:xfrm>
            <a:off x="8739547" y="4757766"/>
            <a:ext cx="126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5">
  <p:cSld name="CUSTOM_15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7"/>
          <p:cNvSpPr txBox="1"/>
          <p:nvPr>
            <p:ph type="title"/>
          </p:nvPr>
        </p:nvSpPr>
        <p:spPr>
          <a:xfrm>
            <a:off x="5321925" y="506100"/>
            <a:ext cx="3544500" cy="5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Montserrat SemiBold"/>
              <a:buNone/>
              <a:defRPr sz="2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216" name="Google Shape;216;p27"/>
          <p:cNvSpPr/>
          <p:nvPr>
            <p:ph idx="2" type="pic"/>
          </p:nvPr>
        </p:nvSpPr>
        <p:spPr>
          <a:xfrm>
            <a:off x="4572000" y="526825"/>
            <a:ext cx="4026900" cy="4333200"/>
          </a:xfrm>
          <a:prstGeom prst="rect">
            <a:avLst/>
          </a:prstGeom>
          <a:noFill/>
          <a:ln>
            <a:noFill/>
          </a:ln>
        </p:spPr>
      </p:sp>
      <p:sp>
        <p:nvSpPr>
          <p:cNvPr id="217" name="Google Shape;217;p27"/>
          <p:cNvSpPr txBox="1"/>
          <p:nvPr>
            <p:ph idx="1" type="body"/>
          </p:nvPr>
        </p:nvSpPr>
        <p:spPr>
          <a:xfrm>
            <a:off x="277499" y="278850"/>
            <a:ext cx="3832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-white.pngGoogle Shape;169;p14" id="218" name="Google Shape;218;p27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7999100" y="227652"/>
            <a:ext cx="867451" cy="207876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7"/>
          <p:cNvSpPr txBox="1"/>
          <p:nvPr>
            <p:ph idx="12" type="sldNum"/>
          </p:nvPr>
        </p:nvSpPr>
        <p:spPr>
          <a:xfrm>
            <a:off x="8739547" y="4757766"/>
            <a:ext cx="126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7_1">
  <p:cSld name="CUSTOM_17_1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8"/>
          <p:cNvSpPr txBox="1"/>
          <p:nvPr>
            <p:ph idx="1" type="body"/>
          </p:nvPr>
        </p:nvSpPr>
        <p:spPr>
          <a:xfrm>
            <a:off x="277499" y="3324652"/>
            <a:ext cx="17592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100"/>
              <a:buFont typeface="Montserrat"/>
              <a:buNone/>
              <a:defRPr b="1">
                <a:solidFill>
                  <a:srgbClr val="E0DA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100"/>
              <a:buFont typeface="Montserrat"/>
              <a:buNone/>
              <a:defRPr b="1">
                <a:solidFill>
                  <a:srgbClr val="E0DAFF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100"/>
              <a:buFont typeface="Montserrat"/>
              <a:buNone/>
              <a:defRPr b="1">
                <a:solidFill>
                  <a:srgbClr val="E0DAFF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100"/>
              <a:buFont typeface="Montserrat"/>
              <a:buNone/>
              <a:defRPr b="1">
                <a:solidFill>
                  <a:srgbClr val="E0DAFF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100"/>
              <a:buFont typeface="Montserrat"/>
              <a:buNone/>
              <a:defRPr b="1">
                <a:solidFill>
                  <a:srgbClr val="E0DAFF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22" name="Google Shape;222;p28"/>
          <p:cNvSpPr/>
          <p:nvPr>
            <p:ph idx="2" type="pic"/>
          </p:nvPr>
        </p:nvSpPr>
        <p:spPr>
          <a:xfrm>
            <a:off x="289099" y="1336780"/>
            <a:ext cx="1751100" cy="1773000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28"/>
          <p:cNvSpPr/>
          <p:nvPr>
            <p:ph idx="3" type="pic"/>
          </p:nvPr>
        </p:nvSpPr>
        <p:spPr>
          <a:xfrm>
            <a:off x="2167688" y="1336780"/>
            <a:ext cx="1751100" cy="1773000"/>
          </a:xfrm>
          <a:prstGeom prst="rect">
            <a:avLst/>
          </a:prstGeom>
          <a:noFill/>
          <a:ln>
            <a:noFill/>
          </a:ln>
        </p:spPr>
      </p:sp>
      <p:sp>
        <p:nvSpPr>
          <p:cNvPr id="224" name="Google Shape;224;p28"/>
          <p:cNvSpPr/>
          <p:nvPr>
            <p:ph idx="4" type="pic"/>
          </p:nvPr>
        </p:nvSpPr>
        <p:spPr>
          <a:xfrm>
            <a:off x="4046275" y="1336780"/>
            <a:ext cx="1751100" cy="1773000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28"/>
          <p:cNvSpPr/>
          <p:nvPr>
            <p:ph idx="5" type="pic"/>
          </p:nvPr>
        </p:nvSpPr>
        <p:spPr>
          <a:xfrm>
            <a:off x="5912713" y="1336780"/>
            <a:ext cx="1751100" cy="1773000"/>
          </a:xfrm>
          <a:prstGeom prst="rect">
            <a:avLst/>
          </a:prstGeom>
          <a:noFill/>
          <a:ln>
            <a:noFill/>
          </a:ln>
        </p:spPr>
      </p:sp>
      <p:sp>
        <p:nvSpPr>
          <p:cNvPr id="226" name="Google Shape;226;p28"/>
          <p:cNvSpPr txBox="1"/>
          <p:nvPr>
            <p:ph idx="6" type="body"/>
          </p:nvPr>
        </p:nvSpPr>
        <p:spPr>
          <a:xfrm>
            <a:off x="277499" y="3660092"/>
            <a:ext cx="17592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27" name="Google Shape;227;p28"/>
          <p:cNvSpPr txBox="1"/>
          <p:nvPr>
            <p:ph idx="7" type="body"/>
          </p:nvPr>
        </p:nvSpPr>
        <p:spPr>
          <a:xfrm>
            <a:off x="2163638" y="3660092"/>
            <a:ext cx="17592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28" name="Google Shape;228;p28"/>
          <p:cNvSpPr txBox="1"/>
          <p:nvPr>
            <p:ph idx="8" type="body"/>
          </p:nvPr>
        </p:nvSpPr>
        <p:spPr>
          <a:xfrm>
            <a:off x="4049776" y="3660092"/>
            <a:ext cx="17592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29" name="Google Shape;229;p28"/>
          <p:cNvSpPr txBox="1"/>
          <p:nvPr>
            <p:ph idx="9" type="body"/>
          </p:nvPr>
        </p:nvSpPr>
        <p:spPr>
          <a:xfrm>
            <a:off x="5900113" y="3660092"/>
            <a:ext cx="17592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30" name="Google Shape;230;p28"/>
          <p:cNvSpPr txBox="1"/>
          <p:nvPr>
            <p:ph type="title"/>
          </p:nvPr>
        </p:nvSpPr>
        <p:spPr>
          <a:xfrm>
            <a:off x="277499" y="416249"/>
            <a:ext cx="85890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pic>
        <p:nvPicPr>
          <p:cNvPr descr="Logo-white.pngGoogle Shape;187;p15" id="231" name="Google Shape;231;p28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7999100" y="227652"/>
            <a:ext cx="867451" cy="207876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8"/>
          <p:cNvSpPr txBox="1"/>
          <p:nvPr>
            <p:ph idx="12" type="sldNum"/>
          </p:nvPr>
        </p:nvSpPr>
        <p:spPr>
          <a:xfrm>
            <a:off x="8739547" y="4757766"/>
            <a:ext cx="126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9"/>
          <p:cNvSpPr/>
          <p:nvPr>
            <p:ph idx="2" type="pic"/>
          </p:nvPr>
        </p:nvSpPr>
        <p:spPr>
          <a:xfrm>
            <a:off x="277499" y="1170424"/>
            <a:ext cx="8589000" cy="36897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29"/>
          <p:cNvSpPr txBox="1"/>
          <p:nvPr>
            <p:ph type="title"/>
          </p:nvPr>
        </p:nvSpPr>
        <p:spPr>
          <a:xfrm>
            <a:off x="545225" y="277499"/>
            <a:ext cx="80535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236" name="Google Shape;236;p29"/>
          <p:cNvSpPr txBox="1"/>
          <p:nvPr>
            <p:ph idx="12" type="sldNum"/>
          </p:nvPr>
        </p:nvSpPr>
        <p:spPr>
          <a:xfrm>
            <a:off x="4419600" y="4627562"/>
            <a:ext cx="213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1_1_1_1_1">
  <p:cSld name="CUSTOM_21_1_1_1_1">
    <p:bg>
      <p:bgPr>
        <a:solidFill>
          <a:srgbClr val="493691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0"/>
          <p:cNvSpPr/>
          <p:nvPr/>
        </p:nvSpPr>
        <p:spPr>
          <a:xfrm>
            <a:off x="163549" y="153950"/>
            <a:ext cx="8803500" cy="4820100"/>
          </a:xfrm>
          <a:prstGeom prst="roundRect">
            <a:avLst>
              <a:gd fmla="val 163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30"/>
          <p:cNvSpPr txBox="1"/>
          <p:nvPr>
            <p:ph type="title"/>
          </p:nvPr>
        </p:nvSpPr>
        <p:spPr>
          <a:xfrm>
            <a:off x="457200" y="408397"/>
            <a:ext cx="81417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240" name="Google Shape;240;p30"/>
          <p:cNvSpPr/>
          <p:nvPr/>
        </p:nvSpPr>
        <p:spPr>
          <a:xfrm>
            <a:off x="7583124" y="4744075"/>
            <a:ext cx="1560900" cy="399600"/>
          </a:xfrm>
          <a:prstGeom prst="roundRect">
            <a:avLst>
              <a:gd fmla="val 16667" name="adj"/>
            </a:avLst>
          </a:prstGeom>
          <a:solidFill>
            <a:srgbClr val="49369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30"/>
          <p:cNvSpPr txBox="1"/>
          <p:nvPr>
            <p:ph idx="1" type="body"/>
          </p:nvPr>
        </p:nvSpPr>
        <p:spPr>
          <a:xfrm>
            <a:off x="457200" y="927799"/>
            <a:ext cx="3832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100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100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100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100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100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-white.pngGoogle Shape;197;p17" id="242" name="Google Shape;242;p30"/>
          <p:cNvPicPr preferRelativeResize="0"/>
          <p:nvPr/>
        </p:nvPicPr>
        <p:blipFill rotWithShape="1">
          <a:blip r:embed="rId2">
            <a:alphaModFix/>
          </a:blip>
          <a:srcRect b="0" l="17012" r="0" t="0"/>
          <a:stretch/>
        </p:blipFill>
        <p:spPr>
          <a:xfrm>
            <a:off x="7761816" y="4819961"/>
            <a:ext cx="852438" cy="191991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0"/>
          <p:cNvSpPr txBox="1"/>
          <p:nvPr>
            <p:ph idx="2" type="body"/>
          </p:nvPr>
        </p:nvSpPr>
        <p:spPr>
          <a:xfrm>
            <a:off x="457200" y="1652299"/>
            <a:ext cx="4115100" cy="19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4" name="Google Shape;244;p30"/>
          <p:cNvSpPr txBox="1"/>
          <p:nvPr>
            <p:ph idx="12" type="sldNum"/>
          </p:nvPr>
        </p:nvSpPr>
        <p:spPr>
          <a:xfrm>
            <a:off x="8826138" y="4853987"/>
            <a:ext cx="126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erence A">
  <p:cSld name="Conference A">
    <p:bg>
      <p:bgPr>
        <a:solidFill>
          <a:srgbClr val="493691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/>
          <p:cNvSpPr/>
          <p:nvPr/>
        </p:nvSpPr>
        <p:spPr>
          <a:xfrm>
            <a:off x="163550" y="153950"/>
            <a:ext cx="8803500" cy="4820100"/>
          </a:xfrm>
          <a:prstGeom prst="roundRect">
            <a:avLst>
              <a:gd fmla="val 163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31"/>
          <p:cNvSpPr txBox="1"/>
          <p:nvPr>
            <p:ph type="title"/>
          </p:nvPr>
        </p:nvSpPr>
        <p:spPr>
          <a:xfrm>
            <a:off x="457200" y="408396"/>
            <a:ext cx="81417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248" name="Google Shape;248;p31"/>
          <p:cNvSpPr/>
          <p:nvPr/>
        </p:nvSpPr>
        <p:spPr>
          <a:xfrm>
            <a:off x="7583124" y="4744074"/>
            <a:ext cx="1560900" cy="399600"/>
          </a:xfrm>
          <a:prstGeom prst="roundRect">
            <a:avLst>
              <a:gd fmla="val 16667" name="adj"/>
            </a:avLst>
          </a:prstGeom>
          <a:solidFill>
            <a:srgbClr val="49369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31"/>
          <p:cNvSpPr txBox="1"/>
          <p:nvPr>
            <p:ph idx="1" type="body"/>
          </p:nvPr>
        </p:nvSpPr>
        <p:spPr>
          <a:xfrm>
            <a:off x="457200" y="927800"/>
            <a:ext cx="3832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800"/>
              <a:buFont typeface="Host Grotesk SemiBold"/>
              <a:buNone/>
              <a:defRPr sz="800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800"/>
              <a:buFont typeface="Host Grotesk SemiBold"/>
              <a:buNone/>
              <a:defRPr sz="800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800"/>
              <a:buFont typeface="Host Grotesk SemiBold"/>
              <a:buNone/>
              <a:defRPr sz="800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800"/>
              <a:buFont typeface="Host Grotesk SemiBold"/>
              <a:buNone/>
              <a:defRPr sz="800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800"/>
              <a:buFont typeface="Host Grotesk SemiBold"/>
              <a:buNone/>
              <a:defRPr sz="800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-white.pngGoogle Shape;197;p17" id="250" name="Google Shape;250;p31"/>
          <p:cNvPicPr preferRelativeResize="0"/>
          <p:nvPr/>
        </p:nvPicPr>
        <p:blipFill rotWithShape="1">
          <a:blip r:embed="rId2">
            <a:alphaModFix/>
          </a:blip>
          <a:srcRect b="0" l="17012" r="0" t="0"/>
          <a:stretch/>
        </p:blipFill>
        <p:spPr>
          <a:xfrm>
            <a:off x="7761815" y="4819962"/>
            <a:ext cx="852448" cy="191992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1"/>
          <p:cNvSpPr txBox="1"/>
          <p:nvPr>
            <p:ph idx="2" type="body"/>
          </p:nvPr>
        </p:nvSpPr>
        <p:spPr>
          <a:xfrm>
            <a:off x="457200" y="1652300"/>
            <a:ext cx="4115100" cy="19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2" name="Google Shape;252;p31"/>
          <p:cNvSpPr txBox="1"/>
          <p:nvPr>
            <p:ph idx="12" type="sldNum"/>
          </p:nvPr>
        </p:nvSpPr>
        <p:spPr>
          <a:xfrm>
            <a:off x="8826138" y="4853987"/>
            <a:ext cx="1269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797" lvl="0" marL="50797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i="0" sz="7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797" lvl="1" marL="50797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i="0" sz="7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797" lvl="2" marL="50797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i="0" sz="7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797" lvl="3" marL="50797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i="0" sz="7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797" lvl="4" marL="50797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i="0" sz="7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797" lvl="5" marL="50797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i="0" sz="7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797" lvl="6" marL="50797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i="0" sz="7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797" lvl="7" marL="50797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i="0" sz="7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797" lvl="8" marL="50797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i="0" sz="7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797" lvl="0" marL="50797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rgbClr val="FFFFFF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2"/>
          <p:cNvSpPr txBox="1"/>
          <p:nvPr>
            <p:ph idx="12" type="sldNum"/>
          </p:nvPr>
        </p:nvSpPr>
        <p:spPr>
          <a:xfrm>
            <a:off x="8755643" y="4749851"/>
            <a:ext cx="349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theme" Target="../theme/theme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30.xml"/><Relationship Id="rId6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545225" y="277499"/>
            <a:ext cx="80535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●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○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■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●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○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■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●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○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■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4419600" y="4627562"/>
            <a:ext cx="213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3"/>
          <p:cNvSpPr txBox="1"/>
          <p:nvPr/>
        </p:nvSpPr>
        <p:spPr>
          <a:xfrm>
            <a:off x="290199" y="1046352"/>
            <a:ext cx="8563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41465"/>
              </a:buClr>
              <a:buSzPts val="1400"/>
              <a:buFont typeface="Proxima Nova"/>
              <a:buNone/>
            </a:pPr>
            <a:r>
              <a:rPr b="1" i="0" lang="en" sz="1400" u="none" cap="none" strike="noStrike">
                <a:solidFill>
                  <a:srgbClr val="241465"/>
                </a:solidFill>
                <a:latin typeface="Proxima Nova"/>
                <a:ea typeface="Proxima Nova"/>
                <a:cs typeface="Proxima Nova"/>
                <a:sym typeface="Proxima Nova"/>
              </a:rPr>
              <a:t>Easier root cause analysis, faster retraining and redeploying. Easy production data retraining.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33"/>
          <p:cNvSpPr txBox="1"/>
          <p:nvPr/>
        </p:nvSpPr>
        <p:spPr>
          <a:xfrm>
            <a:off x="277499" y="416249"/>
            <a:ext cx="8589000" cy="6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465"/>
              </a:buClr>
              <a:buSzPts val="3000"/>
              <a:buFont typeface="Montserrat SemiBold"/>
              <a:buNone/>
            </a:pPr>
            <a:r>
              <a:rPr b="1" i="0" lang="en" sz="3000" u="none" cap="none" strike="noStrike">
                <a:solidFill>
                  <a:srgbClr val="24146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Library: Store &gt;200,000 images on device.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{{ library_capture }}" id="261" name="Google Shape;261;p33"/>
          <p:cNvSpPr/>
          <p:nvPr/>
        </p:nvSpPr>
        <p:spPr>
          <a:xfrm>
            <a:off x="723568" y="1518698"/>
            <a:ext cx="5165100" cy="3291000"/>
          </a:xfrm>
          <a:prstGeom prst="rect">
            <a:avLst/>
          </a:prstGeom>
          <a:solidFill>
            <a:srgbClr val="190E42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Insert screenshot here of result 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33"/>
          <p:cNvSpPr txBox="1"/>
          <p:nvPr/>
        </p:nvSpPr>
        <p:spPr>
          <a:xfrm>
            <a:off x="6324670" y="1515248"/>
            <a:ext cx="2609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80473" lvl="0" marL="18047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465"/>
              </a:buClr>
              <a:buSzPts val="1400"/>
              <a:buFont typeface="Proxima Nova"/>
              <a:buChar char="•"/>
            </a:pPr>
            <a:r>
              <a:rPr b="1" i="0" lang="en" sz="1400" u="none" cap="none" strike="noStrike">
                <a:solidFill>
                  <a:srgbClr val="241465"/>
                </a:solidFill>
                <a:latin typeface="Proxima Nova"/>
                <a:ea typeface="Proxima Nova"/>
                <a:cs typeface="Proxima Nova"/>
                <a:sym typeface="Proxima Nova"/>
              </a:rPr>
              <a:t>Storage of training </a:t>
            </a:r>
            <a:r>
              <a:rPr b="1" i="0" lang="en" sz="1400" u="sng" cap="none" strike="noStrike">
                <a:solidFill>
                  <a:srgbClr val="241465"/>
                </a:solidFill>
                <a:latin typeface="Proxima Nova"/>
                <a:ea typeface="Proxima Nova"/>
                <a:cs typeface="Proxima Nova"/>
                <a:sym typeface="Proxima Nova"/>
              </a:rPr>
              <a:t>AND</a:t>
            </a:r>
            <a:r>
              <a:rPr b="1" i="0" lang="en" sz="1400" u="none" cap="none" strike="noStrike">
                <a:solidFill>
                  <a:srgbClr val="241465"/>
                </a:solidFill>
                <a:latin typeface="Proxima Nova"/>
                <a:ea typeface="Proxima Nova"/>
                <a:cs typeface="Proxima Nova"/>
                <a:sym typeface="Proxima Nova"/>
              </a:rPr>
              <a:t> production data on the camera itself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473" lvl="0" marL="180473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41465"/>
              </a:buClr>
              <a:buSzPts val="1400"/>
              <a:buFont typeface="Proxima Nova"/>
              <a:buChar char="•"/>
            </a:pPr>
            <a:r>
              <a:rPr b="1" i="0" lang="en" sz="1400" u="none" cap="none" strike="noStrike">
                <a:solidFill>
                  <a:srgbClr val="241465"/>
                </a:solidFill>
                <a:latin typeface="Proxima Nova"/>
                <a:ea typeface="Proxima Nova"/>
                <a:cs typeface="Proxima Nova"/>
                <a:sym typeface="Proxima Nova"/>
              </a:rPr>
              <a:t>Able to leverage directly to retrain models</a:t>
            </a:r>
            <a:endParaRPr b="1" i="0" sz="1400" u="none" cap="none" strike="noStrike">
              <a:solidFill>
                <a:srgbClr val="24146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verview Deck">
  <a:themeElements>
    <a:clrScheme name="Overview Deck">
      <a:dk1>
        <a:srgbClr val="493691"/>
      </a:dk1>
      <a:lt1>
        <a:srgbClr val="FAF9FE"/>
      </a:lt1>
      <a:dk2>
        <a:srgbClr val="A7A7A7"/>
      </a:dk2>
      <a:lt2>
        <a:srgbClr val="535353"/>
      </a:lt2>
      <a:accent1>
        <a:srgbClr val="AF9EF3"/>
      </a:accent1>
      <a:accent2>
        <a:srgbClr val="FAF9FE"/>
      </a:accent2>
      <a:accent3>
        <a:srgbClr val="532EE3"/>
      </a:accent3>
      <a:accent4>
        <a:srgbClr val="4B465E"/>
      </a:accent4>
      <a:accent5>
        <a:srgbClr val="2E1A7F"/>
      </a:accent5>
      <a:accent6>
        <a:srgbClr val="56C194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