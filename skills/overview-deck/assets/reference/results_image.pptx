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Proxima Nova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  <p:embeddedFont>
      <p:font typeface="Host Grotesk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schemas.openxmlformats.org/officeDocument/2006/relationships/font" Target="fonts/HostGroteskSemiBold-regular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ostGroteskSemiBold-bold.fntdata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31" Type="http://schemas.openxmlformats.org/officeDocument/2006/relationships/font" Target="fonts/HostGroteskSemiBold-boldItalic.fntdata"/><Relationship Id="rId30" Type="http://schemas.openxmlformats.org/officeDocument/2006/relationships/font" Target="fonts/HostGroteskSemiBold-italic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5d4367d8d_4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5d4367d8d_4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281924" y="276249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2598474" y="3493075"/>
            <a:ext cx="59853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281925" y="276250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821003" y="3923105"/>
            <a:ext cx="5859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550875" y="792575"/>
            <a:ext cx="8052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550875" y="452177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795524" y="2244455"/>
            <a:ext cx="61218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4" y="466645"/>
            <a:ext cx="1112102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18925" y="3535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18925" y="840643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18925" y="13277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18925" y="1814717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18925" y="230178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3524" y="-102"/>
            <a:ext cx="9156703" cy="5143500"/>
            <a:chOff x="1" y="0"/>
            <a:chExt cx="9156703" cy="5143500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240957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2891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337340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385531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433723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481914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530106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578297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626489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674680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722880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771071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819272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8674709" y="0"/>
              <a:ext cx="481995" cy="5143500"/>
              <a:chOff x="1" y="0"/>
              <a:chExt cx="481995" cy="5143500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481996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18925" y="278884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18925" y="32759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18925" y="3762915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18925" y="42499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18925" y="4736964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437725" y="1326450"/>
            <a:ext cx="6258900" cy="1948200"/>
          </a:xfrm>
          <a:prstGeom prst="rect">
            <a:avLst/>
          </a:prstGeom>
          <a:solidFill>
            <a:srgbClr val="49369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4539824" y="1730491"/>
            <a:ext cx="4325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277499" y="1059675"/>
            <a:ext cx="42945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277499" y="734599"/>
            <a:ext cx="1383900" cy="16602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277499" y="2521174"/>
            <a:ext cx="1383900" cy="18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1867633" y="850900"/>
            <a:ext cx="2589300" cy="3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5778174" y="1800749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4572000" y="2571750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277499" y="2571741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277499" y="416249"/>
            <a:ext cx="36309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4839675" y="8404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610399"/>
            <a:ext cx="192001" cy="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4839675" y="18458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16158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4839675" y="28512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26212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4839675" y="3864850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3634799"/>
            <a:ext cx="192001" cy="19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4278051" y="287400"/>
            <a:ext cx="0" cy="457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277499" y="1061865"/>
            <a:ext cx="34287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277499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545225" y="3722999"/>
            <a:ext cx="3550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545225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4309293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4577017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4572000" y="526825"/>
            <a:ext cx="4026900" cy="43332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277499" y="3324652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289099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167688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4046275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5912713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277499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163638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4049776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5900113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277499" y="1170424"/>
            <a:ext cx="8589000" cy="36897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163549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457200" y="408397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7583124" y="4744075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457200" y="927799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6" y="4819961"/>
            <a:ext cx="852438" cy="19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457200" y="1652299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8826138" y="4853987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163550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457200" y="408396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7583124" y="4744074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457200" y="927800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5" y="4819962"/>
            <a:ext cx="852448" cy="19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457200" y="1652300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826138" y="4853987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8755643" y="4749851"/>
            <a:ext cx="34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2.xml"/><Relationship Id="rId6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277499" y="416249"/>
            <a:ext cx="8589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3000"/>
              <a:buFont typeface="Montserrat SemiBold"/>
              <a:buNone/>
            </a:pPr>
            <a:r>
              <a:rPr b="1" lang="en">
                <a:solidFill>
                  <a:srgbClr val="241465"/>
                </a:solidFill>
              </a:rPr>
              <a:t>{{recipe_name}}</a:t>
            </a:r>
            <a:endParaRPr b="1" i="0" sz="3000" u="none" cap="none" strike="noStrike">
              <a:solidFill>
                <a:srgbClr val="24146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290199" y="1046352"/>
            <a:ext cx="856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400"/>
              <a:buFont typeface="Proxima Nova"/>
              <a:buNone/>
            </a:pPr>
            <a:r>
              <a:rPr b="1" lang="en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{{brief_description}}</a:t>
            </a:r>
            <a:endParaRPr b="1" i="0" sz="1400" u="none" cap="none" strike="noStrike">
              <a:solidFill>
                <a:srgbClr val="2414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descr="{{image}}" id="272" name="Google Shape;272;p35"/>
          <p:cNvSpPr/>
          <p:nvPr/>
        </p:nvSpPr>
        <p:spPr>
          <a:xfrm>
            <a:off x="167100" y="1738050"/>
            <a:ext cx="4220400" cy="2801400"/>
          </a:xfrm>
          <a:prstGeom prst="rect">
            <a:avLst/>
          </a:prstGeom>
          <a:solidFill>
            <a:srgbClr val="190E4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/>
          </a:p>
        </p:txBody>
      </p:sp>
      <p:sp>
        <p:nvSpPr>
          <p:cNvPr descr="{{image_with_overlay}}" id="273" name="Google Shape;273;p35"/>
          <p:cNvSpPr/>
          <p:nvPr/>
        </p:nvSpPr>
        <p:spPr>
          <a:xfrm>
            <a:off x="4756500" y="1738050"/>
            <a:ext cx="4220400" cy="2801400"/>
          </a:xfrm>
          <a:prstGeom prst="rect">
            <a:avLst/>
          </a:prstGeom>
          <a:solidFill>
            <a:srgbClr val="190E4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