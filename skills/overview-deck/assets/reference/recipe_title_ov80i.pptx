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048606d1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7048606d1_0_43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58" name="Google Shape;58;p14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4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" name="Google Shape;68;p14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4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81924" y="276242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2598478" y="3492988"/>
            <a:ext cx="5985310" cy="99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937" y="2663168"/>
            <a:ext cx="1337402" cy="3908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17811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167328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3903307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564863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738530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281926" y="276243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1004" y="3923007"/>
            <a:ext cx="5859310" cy="45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550876" y="792555"/>
            <a:ext cx="80529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550876" y="4521662"/>
            <a:ext cx="80451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795525" y="2244399"/>
            <a:ext cx="6121810" cy="14105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5" y="466634"/>
            <a:ext cx="1112075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18925" y="353570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18925" y="84062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18925" y="1327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18925" y="1814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18925" y="23017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3524" y="-102"/>
            <a:ext cx="9156718" cy="5143371"/>
            <a:chOff x="1" y="0"/>
            <a:chExt cx="12208632" cy="6857828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18925" y="27887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18925" y="32758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18925" y="3762821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18925" y="4249873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18925" y="4736846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437728" y="1326417"/>
            <a:ext cx="6258910" cy="1948151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39831" y="1730448"/>
            <a:ext cx="4325707" cy="4526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277499" y="1059649"/>
            <a:ext cx="4294507" cy="2803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277499" y="734581"/>
            <a:ext cx="1383902" cy="1660159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277499" y="2521111"/>
            <a:ext cx="1383902" cy="1879153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1867636" y="850879"/>
            <a:ext cx="2589305" cy="3433114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778183" y="1800704"/>
            <a:ext cx="2820605" cy="1023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7" y="2571685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77499" y="2571677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77499" y="416239"/>
            <a:ext cx="3630906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839683" y="84042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610384"/>
            <a:ext cx="191996" cy="1919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9683" y="184580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1615759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839683" y="285117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2621135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4839683" y="386475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3634708"/>
            <a:ext cx="191996" cy="191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4278058" y="287392"/>
            <a:ext cx="0" cy="457338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277499" y="1061839"/>
            <a:ext cx="3428706" cy="20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277499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45226" y="3722905"/>
            <a:ext cx="3550506" cy="10667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545226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4309300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4577025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5321933" y="506087"/>
            <a:ext cx="3544506" cy="579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4572007" y="526812"/>
            <a:ext cx="4026907" cy="4333091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277499" y="3324568"/>
            <a:ext cx="1759203" cy="2900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89100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16769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404628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5912723" y="1336747"/>
            <a:ext cx="1751057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277499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163641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4049782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5900123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277499" y="1170395"/>
            <a:ext cx="8589014" cy="3689608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163549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1" y="408387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57201" y="927776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9" y="4819841"/>
            <a:ext cx="852440" cy="19198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457201" y="1652257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826153" y="4853866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163550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457201" y="408386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1" y="927777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8" y="4819841"/>
            <a:ext cx="852449" cy="191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57201" y="1652259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826153" y="4853866"/>
            <a:ext cx="126900" cy="107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755658" y="4749732"/>
            <a:ext cx="349800" cy="353991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1" y="1200120"/>
            <a:ext cx="8229614" cy="394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3"/>
          <p:cNvGrpSpPr/>
          <p:nvPr/>
        </p:nvGrpSpPr>
        <p:grpSpPr>
          <a:xfrm>
            <a:off x="4123689" y="580658"/>
            <a:ext cx="4693595" cy="3832650"/>
            <a:chOff x="-1" y="-1"/>
            <a:chExt cx="6258127" cy="5110200"/>
          </a:xfrm>
        </p:grpSpPr>
        <p:sp>
          <p:nvSpPr>
            <p:cNvPr id="260" name="Google Shape;260;p33"/>
            <p:cNvSpPr/>
            <p:nvPr/>
          </p:nvSpPr>
          <p:spPr>
            <a:xfrm>
              <a:off x="1147926" y="-1"/>
              <a:ext cx="5110200" cy="5110200"/>
            </a:xfrm>
            <a:prstGeom prst="ellipse">
              <a:avLst/>
            </a:prstGeom>
            <a:solidFill>
              <a:srgbClr val="856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1530318" y="382390"/>
              <a:ext cx="4345500" cy="4345500"/>
            </a:xfrm>
            <a:prstGeom prst="ellipse">
              <a:avLst/>
            </a:prstGeom>
            <a:solidFill>
              <a:srgbClr val="957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amera_OV80i_masked.pngGoogle Shape;216;p19" id="262" name="Google Shape;262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242435"/>
              <a:ext cx="5458652" cy="44398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33"/>
          <p:cNvSpPr txBox="1"/>
          <p:nvPr>
            <p:ph type="title"/>
          </p:nvPr>
        </p:nvSpPr>
        <p:spPr>
          <a:xfrm>
            <a:off x="284850" y="779645"/>
            <a:ext cx="39192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AI Vision Feasibility Tests</a:t>
            </a:r>
            <a:endParaRPr b="1" sz="4000">
              <a:solidFill>
                <a:srgbClr val="FAF9FE"/>
              </a:solidFill>
            </a:endParaRPr>
          </a:p>
        </p:txBody>
      </p:sp>
      <p:pic>
        <p:nvPicPr>
          <p:cNvPr descr="Logo-white.pngGoogle Shape;16;p2" id="264" name="Google Shape;2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850" y="466634"/>
            <a:ext cx="1112073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112650" y="3425764"/>
            <a:ext cx="43008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8462"/>
              <a:buFont typeface="Arial"/>
              <a:buNone/>
            </a:pPr>
            <a: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Site: {{ site }}</a:t>
            </a:r>
            <a:b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Project: {{ project_name }}</a:t>
            </a:r>
            <a:b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Date: {{ date }}</a:t>
            </a:r>
            <a:b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Sales engineer name: {{ se_name }}</a:t>
            </a:r>
            <a:endParaRPr b="0" sz="19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